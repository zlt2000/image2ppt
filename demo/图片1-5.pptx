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1" Type="http://schemas.openxmlformats.org/officeDocument/2006/relationships/slideLayout" Target="../slideLayouts/slideLayout7.xml"/><Relationship Id="rId70" Type="http://schemas.openxmlformats.org/officeDocument/2006/relationships/image" Target="../media/image82.png"/><Relationship Id="rId7" Type="http://schemas.openxmlformats.org/officeDocument/2006/relationships/image" Target="../media/image19.png"/><Relationship Id="rId69" Type="http://schemas.openxmlformats.org/officeDocument/2006/relationships/image" Target="../media/image81.png"/><Relationship Id="rId68" Type="http://schemas.openxmlformats.org/officeDocument/2006/relationships/image" Target="../media/image80.png"/><Relationship Id="rId67" Type="http://schemas.openxmlformats.org/officeDocument/2006/relationships/image" Target="../media/image79.png"/><Relationship Id="rId66" Type="http://schemas.openxmlformats.org/officeDocument/2006/relationships/image" Target="../media/image78.png"/><Relationship Id="rId65" Type="http://schemas.openxmlformats.org/officeDocument/2006/relationships/image" Target="../media/image77.png"/><Relationship Id="rId64" Type="http://schemas.openxmlformats.org/officeDocument/2006/relationships/image" Target="../media/image76.png"/><Relationship Id="rId63" Type="http://schemas.openxmlformats.org/officeDocument/2006/relationships/image" Target="../media/image75.png"/><Relationship Id="rId62" Type="http://schemas.openxmlformats.org/officeDocument/2006/relationships/image" Target="../media/image74.png"/><Relationship Id="rId61" Type="http://schemas.openxmlformats.org/officeDocument/2006/relationships/image" Target="../media/image73.png"/><Relationship Id="rId60" Type="http://schemas.openxmlformats.org/officeDocument/2006/relationships/image" Target="../media/image72.png"/><Relationship Id="rId6" Type="http://schemas.openxmlformats.org/officeDocument/2006/relationships/image" Target="../media/image18.png"/><Relationship Id="rId59" Type="http://schemas.openxmlformats.org/officeDocument/2006/relationships/image" Target="../media/image71.png"/><Relationship Id="rId58" Type="http://schemas.openxmlformats.org/officeDocument/2006/relationships/image" Target="../media/image70.png"/><Relationship Id="rId57" Type="http://schemas.openxmlformats.org/officeDocument/2006/relationships/image" Target="../media/image69.png"/><Relationship Id="rId56" Type="http://schemas.openxmlformats.org/officeDocument/2006/relationships/image" Target="../media/image68.png"/><Relationship Id="rId55" Type="http://schemas.openxmlformats.org/officeDocument/2006/relationships/image" Target="../media/image67.png"/><Relationship Id="rId54" Type="http://schemas.openxmlformats.org/officeDocument/2006/relationships/image" Target="../media/image66.png"/><Relationship Id="rId53" Type="http://schemas.openxmlformats.org/officeDocument/2006/relationships/image" Target="../media/image65.png"/><Relationship Id="rId52" Type="http://schemas.openxmlformats.org/officeDocument/2006/relationships/image" Target="../media/image64.png"/><Relationship Id="rId51" Type="http://schemas.openxmlformats.org/officeDocument/2006/relationships/image" Target="../media/image63.png"/><Relationship Id="rId50" Type="http://schemas.openxmlformats.org/officeDocument/2006/relationships/image" Target="../media/image62.png"/><Relationship Id="rId5" Type="http://schemas.openxmlformats.org/officeDocument/2006/relationships/image" Target="../media/image17.png"/><Relationship Id="rId49" Type="http://schemas.openxmlformats.org/officeDocument/2006/relationships/image" Target="../media/image61.png"/><Relationship Id="rId48" Type="http://schemas.openxmlformats.org/officeDocument/2006/relationships/image" Target="../media/image60.png"/><Relationship Id="rId47" Type="http://schemas.openxmlformats.org/officeDocument/2006/relationships/image" Target="../media/image59.png"/><Relationship Id="rId46" Type="http://schemas.openxmlformats.org/officeDocument/2006/relationships/image" Target="../media/image58.png"/><Relationship Id="rId45" Type="http://schemas.openxmlformats.org/officeDocument/2006/relationships/image" Target="../media/image57.png"/><Relationship Id="rId44" Type="http://schemas.openxmlformats.org/officeDocument/2006/relationships/image" Target="../media/image56.png"/><Relationship Id="rId43" Type="http://schemas.openxmlformats.org/officeDocument/2006/relationships/image" Target="../media/image55.png"/><Relationship Id="rId42" Type="http://schemas.openxmlformats.org/officeDocument/2006/relationships/image" Target="../media/image54.png"/><Relationship Id="rId41" Type="http://schemas.openxmlformats.org/officeDocument/2006/relationships/image" Target="../media/image53.png"/><Relationship Id="rId40" Type="http://schemas.openxmlformats.org/officeDocument/2006/relationships/image" Target="../media/image52.png"/><Relationship Id="rId4" Type="http://schemas.openxmlformats.org/officeDocument/2006/relationships/image" Target="../media/image16.png"/><Relationship Id="rId39" Type="http://schemas.openxmlformats.org/officeDocument/2006/relationships/image" Target="../media/image51.png"/><Relationship Id="rId38" Type="http://schemas.openxmlformats.org/officeDocument/2006/relationships/image" Target="../media/image50.png"/><Relationship Id="rId37" Type="http://schemas.openxmlformats.org/officeDocument/2006/relationships/image" Target="../media/image49.png"/><Relationship Id="rId36" Type="http://schemas.openxmlformats.org/officeDocument/2006/relationships/image" Target="../media/image48.png"/><Relationship Id="rId35" Type="http://schemas.openxmlformats.org/officeDocument/2006/relationships/image" Target="../media/image47.png"/><Relationship Id="rId34" Type="http://schemas.openxmlformats.org/officeDocument/2006/relationships/image" Target="../media/image46.png"/><Relationship Id="rId33" Type="http://schemas.openxmlformats.org/officeDocument/2006/relationships/image" Target="../media/image45.png"/><Relationship Id="rId32" Type="http://schemas.openxmlformats.org/officeDocument/2006/relationships/image" Target="../media/image44.png"/><Relationship Id="rId31" Type="http://schemas.openxmlformats.org/officeDocument/2006/relationships/image" Target="../media/image43.png"/><Relationship Id="rId30" Type="http://schemas.openxmlformats.org/officeDocument/2006/relationships/image" Target="../media/image42.png"/><Relationship Id="rId3" Type="http://schemas.openxmlformats.org/officeDocument/2006/relationships/image" Target="../media/image15.png"/><Relationship Id="rId29" Type="http://schemas.openxmlformats.org/officeDocument/2006/relationships/image" Target="../media/image41.png"/><Relationship Id="rId28" Type="http://schemas.openxmlformats.org/officeDocument/2006/relationships/image" Target="../media/image40.png"/><Relationship Id="rId27" Type="http://schemas.openxmlformats.org/officeDocument/2006/relationships/image" Target="../media/image39.png"/><Relationship Id="rId26" Type="http://schemas.openxmlformats.org/officeDocument/2006/relationships/image" Target="../media/image38.png"/><Relationship Id="rId25" Type="http://schemas.openxmlformats.org/officeDocument/2006/relationships/image" Target="../media/image37.png"/><Relationship Id="rId24" Type="http://schemas.openxmlformats.org/officeDocument/2006/relationships/image" Target="../media/image36.png"/><Relationship Id="rId23" Type="http://schemas.openxmlformats.org/officeDocument/2006/relationships/image" Target="../media/image35.png"/><Relationship Id="rId22" Type="http://schemas.openxmlformats.org/officeDocument/2006/relationships/image" Target="../media/image34.png"/><Relationship Id="rId21" Type="http://schemas.openxmlformats.org/officeDocument/2006/relationships/image" Target="../media/image33.png"/><Relationship Id="rId20" Type="http://schemas.openxmlformats.org/officeDocument/2006/relationships/image" Target="../media/image32.png"/><Relationship Id="rId2" Type="http://schemas.openxmlformats.org/officeDocument/2006/relationships/image" Target="../media/image14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90.png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9" Type="http://schemas.openxmlformats.org/officeDocument/2006/relationships/slideLayout" Target="../slideLayouts/slideLayout7.xml"/><Relationship Id="rId58" Type="http://schemas.openxmlformats.org/officeDocument/2006/relationships/image" Target="../media/image140.png"/><Relationship Id="rId57" Type="http://schemas.openxmlformats.org/officeDocument/2006/relationships/image" Target="../media/image139.png"/><Relationship Id="rId56" Type="http://schemas.openxmlformats.org/officeDocument/2006/relationships/image" Target="../media/image138.png"/><Relationship Id="rId55" Type="http://schemas.openxmlformats.org/officeDocument/2006/relationships/image" Target="../media/image137.png"/><Relationship Id="rId54" Type="http://schemas.openxmlformats.org/officeDocument/2006/relationships/image" Target="../media/image136.png"/><Relationship Id="rId53" Type="http://schemas.openxmlformats.org/officeDocument/2006/relationships/image" Target="../media/image135.png"/><Relationship Id="rId52" Type="http://schemas.openxmlformats.org/officeDocument/2006/relationships/image" Target="../media/image134.png"/><Relationship Id="rId51" Type="http://schemas.openxmlformats.org/officeDocument/2006/relationships/image" Target="../media/image133.png"/><Relationship Id="rId50" Type="http://schemas.openxmlformats.org/officeDocument/2006/relationships/image" Target="../media/image132.png"/><Relationship Id="rId5" Type="http://schemas.openxmlformats.org/officeDocument/2006/relationships/image" Target="../media/image87.png"/><Relationship Id="rId49" Type="http://schemas.openxmlformats.org/officeDocument/2006/relationships/image" Target="../media/image131.png"/><Relationship Id="rId48" Type="http://schemas.openxmlformats.org/officeDocument/2006/relationships/image" Target="../media/image130.png"/><Relationship Id="rId47" Type="http://schemas.openxmlformats.org/officeDocument/2006/relationships/image" Target="../media/image129.png"/><Relationship Id="rId46" Type="http://schemas.openxmlformats.org/officeDocument/2006/relationships/image" Target="../media/image128.png"/><Relationship Id="rId45" Type="http://schemas.openxmlformats.org/officeDocument/2006/relationships/image" Target="../media/image127.png"/><Relationship Id="rId44" Type="http://schemas.openxmlformats.org/officeDocument/2006/relationships/image" Target="../media/image126.png"/><Relationship Id="rId43" Type="http://schemas.openxmlformats.org/officeDocument/2006/relationships/image" Target="../media/image125.png"/><Relationship Id="rId42" Type="http://schemas.openxmlformats.org/officeDocument/2006/relationships/image" Target="../media/image124.png"/><Relationship Id="rId41" Type="http://schemas.openxmlformats.org/officeDocument/2006/relationships/image" Target="../media/image123.png"/><Relationship Id="rId40" Type="http://schemas.openxmlformats.org/officeDocument/2006/relationships/image" Target="../media/image122.png"/><Relationship Id="rId4" Type="http://schemas.openxmlformats.org/officeDocument/2006/relationships/image" Target="../media/image86.png"/><Relationship Id="rId39" Type="http://schemas.openxmlformats.org/officeDocument/2006/relationships/image" Target="../media/image121.png"/><Relationship Id="rId38" Type="http://schemas.openxmlformats.org/officeDocument/2006/relationships/image" Target="../media/image120.png"/><Relationship Id="rId37" Type="http://schemas.openxmlformats.org/officeDocument/2006/relationships/image" Target="../media/image119.png"/><Relationship Id="rId36" Type="http://schemas.openxmlformats.org/officeDocument/2006/relationships/image" Target="../media/image118.png"/><Relationship Id="rId35" Type="http://schemas.openxmlformats.org/officeDocument/2006/relationships/image" Target="../media/image117.png"/><Relationship Id="rId34" Type="http://schemas.openxmlformats.org/officeDocument/2006/relationships/image" Target="../media/image116.png"/><Relationship Id="rId33" Type="http://schemas.openxmlformats.org/officeDocument/2006/relationships/image" Target="../media/image115.png"/><Relationship Id="rId32" Type="http://schemas.openxmlformats.org/officeDocument/2006/relationships/image" Target="../media/image114.png"/><Relationship Id="rId31" Type="http://schemas.openxmlformats.org/officeDocument/2006/relationships/image" Target="../media/image113.png"/><Relationship Id="rId30" Type="http://schemas.openxmlformats.org/officeDocument/2006/relationships/image" Target="../media/image112.png"/><Relationship Id="rId3" Type="http://schemas.openxmlformats.org/officeDocument/2006/relationships/image" Target="../media/image85.png"/><Relationship Id="rId29" Type="http://schemas.openxmlformats.org/officeDocument/2006/relationships/image" Target="../media/image111.png"/><Relationship Id="rId28" Type="http://schemas.openxmlformats.org/officeDocument/2006/relationships/image" Target="../media/image110.png"/><Relationship Id="rId27" Type="http://schemas.openxmlformats.org/officeDocument/2006/relationships/image" Target="../media/image109.png"/><Relationship Id="rId26" Type="http://schemas.openxmlformats.org/officeDocument/2006/relationships/image" Target="../media/image108.png"/><Relationship Id="rId25" Type="http://schemas.openxmlformats.org/officeDocument/2006/relationships/image" Target="../media/image107.png"/><Relationship Id="rId24" Type="http://schemas.openxmlformats.org/officeDocument/2006/relationships/image" Target="../media/image106.png"/><Relationship Id="rId23" Type="http://schemas.openxmlformats.org/officeDocument/2006/relationships/image" Target="../media/image105.png"/><Relationship Id="rId22" Type="http://schemas.openxmlformats.org/officeDocument/2006/relationships/image" Target="../media/image104.png"/><Relationship Id="rId21" Type="http://schemas.openxmlformats.org/officeDocument/2006/relationships/image" Target="../media/image103.png"/><Relationship Id="rId20" Type="http://schemas.openxmlformats.org/officeDocument/2006/relationships/image" Target="../media/image102.png"/><Relationship Id="rId2" Type="http://schemas.openxmlformats.org/officeDocument/2006/relationships/image" Target="../media/image84.png"/><Relationship Id="rId19" Type="http://schemas.openxmlformats.org/officeDocument/2006/relationships/image" Target="../media/image101.png"/><Relationship Id="rId18" Type="http://schemas.openxmlformats.org/officeDocument/2006/relationships/image" Target="../media/image100.png"/><Relationship Id="rId17" Type="http://schemas.openxmlformats.org/officeDocument/2006/relationships/image" Target="../media/image99.png"/><Relationship Id="rId16" Type="http://schemas.openxmlformats.org/officeDocument/2006/relationships/image" Target="../media/image98.png"/><Relationship Id="rId15" Type="http://schemas.openxmlformats.org/officeDocument/2006/relationships/image" Target="../media/image97.png"/><Relationship Id="rId14" Type="http://schemas.openxmlformats.org/officeDocument/2006/relationships/image" Target="../media/image96.png"/><Relationship Id="rId13" Type="http://schemas.openxmlformats.org/officeDocument/2006/relationships/image" Target="../media/image95.png"/><Relationship Id="rId12" Type="http://schemas.openxmlformats.org/officeDocument/2006/relationships/image" Target="../media/image94.png"/><Relationship Id="rId11" Type="http://schemas.openxmlformats.org/officeDocument/2006/relationships/image" Target="../media/image93.png"/><Relationship Id="rId10" Type="http://schemas.openxmlformats.org/officeDocument/2006/relationships/image" Target="../media/image92.png"/><Relationship Id="rId1" Type="http://schemas.openxmlformats.org/officeDocument/2006/relationships/image" Target="../media/image8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png"/><Relationship Id="rId8" Type="http://schemas.openxmlformats.org/officeDocument/2006/relationships/image" Target="../media/image148.png"/><Relationship Id="rId7" Type="http://schemas.openxmlformats.org/officeDocument/2006/relationships/image" Target="../media/image147.png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Relationship Id="rId30" Type="http://schemas.openxmlformats.org/officeDocument/2006/relationships/slideLayout" Target="../slideLayouts/slideLayout7.xml"/><Relationship Id="rId3" Type="http://schemas.openxmlformats.org/officeDocument/2006/relationships/image" Target="../media/image143.png"/><Relationship Id="rId29" Type="http://schemas.openxmlformats.org/officeDocument/2006/relationships/image" Target="../media/image169.png"/><Relationship Id="rId28" Type="http://schemas.openxmlformats.org/officeDocument/2006/relationships/image" Target="../media/image168.png"/><Relationship Id="rId27" Type="http://schemas.openxmlformats.org/officeDocument/2006/relationships/image" Target="../media/image167.png"/><Relationship Id="rId26" Type="http://schemas.openxmlformats.org/officeDocument/2006/relationships/image" Target="../media/image166.png"/><Relationship Id="rId25" Type="http://schemas.openxmlformats.org/officeDocument/2006/relationships/image" Target="../media/image165.png"/><Relationship Id="rId24" Type="http://schemas.openxmlformats.org/officeDocument/2006/relationships/image" Target="../media/image164.png"/><Relationship Id="rId23" Type="http://schemas.openxmlformats.org/officeDocument/2006/relationships/image" Target="../media/image163.png"/><Relationship Id="rId22" Type="http://schemas.openxmlformats.org/officeDocument/2006/relationships/image" Target="../media/image162.png"/><Relationship Id="rId21" Type="http://schemas.openxmlformats.org/officeDocument/2006/relationships/image" Target="../media/image161.png"/><Relationship Id="rId20" Type="http://schemas.openxmlformats.org/officeDocument/2006/relationships/image" Target="../media/image160.png"/><Relationship Id="rId2" Type="http://schemas.openxmlformats.org/officeDocument/2006/relationships/image" Target="../media/image142.png"/><Relationship Id="rId19" Type="http://schemas.openxmlformats.org/officeDocument/2006/relationships/image" Target="../media/image159.png"/><Relationship Id="rId18" Type="http://schemas.openxmlformats.org/officeDocument/2006/relationships/image" Target="../media/image158.png"/><Relationship Id="rId17" Type="http://schemas.openxmlformats.org/officeDocument/2006/relationships/image" Target="../media/image157.png"/><Relationship Id="rId16" Type="http://schemas.openxmlformats.org/officeDocument/2006/relationships/image" Target="../media/image156.png"/><Relationship Id="rId15" Type="http://schemas.openxmlformats.org/officeDocument/2006/relationships/image" Target="../media/image155.png"/><Relationship Id="rId14" Type="http://schemas.openxmlformats.org/officeDocument/2006/relationships/image" Target="../media/image154.png"/><Relationship Id="rId13" Type="http://schemas.openxmlformats.org/officeDocument/2006/relationships/image" Target="../media/image153.png"/><Relationship Id="rId12" Type="http://schemas.openxmlformats.org/officeDocument/2006/relationships/image" Target="../media/image152.png"/><Relationship Id="rId11" Type="http://schemas.openxmlformats.org/officeDocument/2006/relationships/image" Target="../media/image151.png"/><Relationship Id="rId10" Type="http://schemas.openxmlformats.org/officeDocument/2006/relationships/image" Target="../media/image150.png"/><Relationship Id="rId1" Type="http://schemas.openxmlformats.org/officeDocument/2006/relationships/image" Target="../media/image14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pn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9" Type="http://schemas.openxmlformats.org/officeDocument/2006/relationships/slideLayout" Target="../slideLayouts/slideLayout7.xml"/><Relationship Id="rId68" Type="http://schemas.openxmlformats.org/officeDocument/2006/relationships/image" Target="../media/image237.png"/><Relationship Id="rId67" Type="http://schemas.openxmlformats.org/officeDocument/2006/relationships/image" Target="../media/image236.png"/><Relationship Id="rId66" Type="http://schemas.openxmlformats.org/officeDocument/2006/relationships/image" Target="../media/image235.png"/><Relationship Id="rId65" Type="http://schemas.openxmlformats.org/officeDocument/2006/relationships/image" Target="../media/image234.png"/><Relationship Id="rId64" Type="http://schemas.openxmlformats.org/officeDocument/2006/relationships/image" Target="../media/image233.png"/><Relationship Id="rId63" Type="http://schemas.openxmlformats.org/officeDocument/2006/relationships/image" Target="../media/image232.png"/><Relationship Id="rId62" Type="http://schemas.openxmlformats.org/officeDocument/2006/relationships/image" Target="../media/image231.png"/><Relationship Id="rId61" Type="http://schemas.openxmlformats.org/officeDocument/2006/relationships/image" Target="../media/image230.png"/><Relationship Id="rId60" Type="http://schemas.openxmlformats.org/officeDocument/2006/relationships/image" Target="../media/image229.png"/><Relationship Id="rId6" Type="http://schemas.openxmlformats.org/officeDocument/2006/relationships/image" Target="../media/image175.png"/><Relationship Id="rId59" Type="http://schemas.openxmlformats.org/officeDocument/2006/relationships/image" Target="../media/image228.png"/><Relationship Id="rId58" Type="http://schemas.openxmlformats.org/officeDocument/2006/relationships/image" Target="../media/image227.png"/><Relationship Id="rId57" Type="http://schemas.openxmlformats.org/officeDocument/2006/relationships/image" Target="../media/image226.png"/><Relationship Id="rId56" Type="http://schemas.openxmlformats.org/officeDocument/2006/relationships/image" Target="../media/image225.png"/><Relationship Id="rId55" Type="http://schemas.openxmlformats.org/officeDocument/2006/relationships/image" Target="../media/image224.png"/><Relationship Id="rId54" Type="http://schemas.openxmlformats.org/officeDocument/2006/relationships/image" Target="../media/image223.png"/><Relationship Id="rId53" Type="http://schemas.openxmlformats.org/officeDocument/2006/relationships/image" Target="../media/image222.png"/><Relationship Id="rId52" Type="http://schemas.openxmlformats.org/officeDocument/2006/relationships/image" Target="../media/image221.png"/><Relationship Id="rId51" Type="http://schemas.openxmlformats.org/officeDocument/2006/relationships/image" Target="../media/image220.png"/><Relationship Id="rId50" Type="http://schemas.openxmlformats.org/officeDocument/2006/relationships/image" Target="../media/image219.png"/><Relationship Id="rId5" Type="http://schemas.openxmlformats.org/officeDocument/2006/relationships/image" Target="../media/image174.png"/><Relationship Id="rId49" Type="http://schemas.openxmlformats.org/officeDocument/2006/relationships/image" Target="../media/image218.png"/><Relationship Id="rId48" Type="http://schemas.openxmlformats.org/officeDocument/2006/relationships/image" Target="../media/image217.png"/><Relationship Id="rId47" Type="http://schemas.openxmlformats.org/officeDocument/2006/relationships/image" Target="../media/image216.png"/><Relationship Id="rId46" Type="http://schemas.openxmlformats.org/officeDocument/2006/relationships/image" Target="../media/image215.png"/><Relationship Id="rId45" Type="http://schemas.openxmlformats.org/officeDocument/2006/relationships/image" Target="../media/image214.png"/><Relationship Id="rId44" Type="http://schemas.openxmlformats.org/officeDocument/2006/relationships/image" Target="../media/image213.png"/><Relationship Id="rId43" Type="http://schemas.openxmlformats.org/officeDocument/2006/relationships/image" Target="../media/image212.png"/><Relationship Id="rId42" Type="http://schemas.openxmlformats.org/officeDocument/2006/relationships/image" Target="../media/image211.png"/><Relationship Id="rId41" Type="http://schemas.openxmlformats.org/officeDocument/2006/relationships/image" Target="../media/image210.png"/><Relationship Id="rId40" Type="http://schemas.openxmlformats.org/officeDocument/2006/relationships/image" Target="../media/image209.png"/><Relationship Id="rId4" Type="http://schemas.openxmlformats.org/officeDocument/2006/relationships/image" Target="../media/image173.png"/><Relationship Id="rId39" Type="http://schemas.openxmlformats.org/officeDocument/2006/relationships/image" Target="../media/image208.png"/><Relationship Id="rId38" Type="http://schemas.openxmlformats.org/officeDocument/2006/relationships/image" Target="../media/image207.png"/><Relationship Id="rId37" Type="http://schemas.openxmlformats.org/officeDocument/2006/relationships/image" Target="../media/image206.png"/><Relationship Id="rId36" Type="http://schemas.openxmlformats.org/officeDocument/2006/relationships/image" Target="../media/image205.png"/><Relationship Id="rId35" Type="http://schemas.openxmlformats.org/officeDocument/2006/relationships/image" Target="../media/image204.png"/><Relationship Id="rId34" Type="http://schemas.openxmlformats.org/officeDocument/2006/relationships/image" Target="../media/image203.png"/><Relationship Id="rId33" Type="http://schemas.openxmlformats.org/officeDocument/2006/relationships/image" Target="../media/image202.png"/><Relationship Id="rId32" Type="http://schemas.openxmlformats.org/officeDocument/2006/relationships/image" Target="../media/image201.png"/><Relationship Id="rId31" Type="http://schemas.openxmlformats.org/officeDocument/2006/relationships/image" Target="../media/image200.png"/><Relationship Id="rId30" Type="http://schemas.openxmlformats.org/officeDocument/2006/relationships/image" Target="../media/image199.png"/><Relationship Id="rId3" Type="http://schemas.openxmlformats.org/officeDocument/2006/relationships/image" Target="../media/image172.png"/><Relationship Id="rId29" Type="http://schemas.openxmlformats.org/officeDocument/2006/relationships/image" Target="../media/image198.png"/><Relationship Id="rId28" Type="http://schemas.openxmlformats.org/officeDocument/2006/relationships/image" Target="../media/image197.png"/><Relationship Id="rId27" Type="http://schemas.openxmlformats.org/officeDocument/2006/relationships/image" Target="../media/image196.png"/><Relationship Id="rId26" Type="http://schemas.openxmlformats.org/officeDocument/2006/relationships/image" Target="../media/image195.png"/><Relationship Id="rId25" Type="http://schemas.openxmlformats.org/officeDocument/2006/relationships/image" Target="../media/image194.png"/><Relationship Id="rId24" Type="http://schemas.openxmlformats.org/officeDocument/2006/relationships/image" Target="../media/image193.png"/><Relationship Id="rId23" Type="http://schemas.openxmlformats.org/officeDocument/2006/relationships/image" Target="../media/image192.png"/><Relationship Id="rId22" Type="http://schemas.openxmlformats.org/officeDocument/2006/relationships/image" Target="../media/image191.png"/><Relationship Id="rId21" Type="http://schemas.openxmlformats.org/officeDocument/2006/relationships/image" Target="../media/image190.png"/><Relationship Id="rId20" Type="http://schemas.openxmlformats.org/officeDocument/2006/relationships/image" Target="../media/image189.png"/><Relationship Id="rId2" Type="http://schemas.openxmlformats.org/officeDocument/2006/relationships/image" Target="../media/image171.png"/><Relationship Id="rId19" Type="http://schemas.openxmlformats.org/officeDocument/2006/relationships/image" Target="../media/image188.png"/><Relationship Id="rId18" Type="http://schemas.openxmlformats.org/officeDocument/2006/relationships/image" Target="../media/image187.png"/><Relationship Id="rId17" Type="http://schemas.openxmlformats.org/officeDocument/2006/relationships/image" Target="../media/image186.png"/><Relationship Id="rId16" Type="http://schemas.openxmlformats.org/officeDocument/2006/relationships/image" Target="../media/image185.png"/><Relationship Id="rId15" Type="http://schemas.openxmlformats.org/officeDocument/2006/relationships/image" Target="../media/image184.png"/><Relationship Id="rId14" Type="http://schemas.openxmlformats.org/officeDocument/2006/relationships/image" Target="../media/image183.png"/><Relationship Id="rId13" Type="http://schemas.openxmlformats.org/officeDocument/2006/relationships/image" Target="../media/image182.png"/><Relationship Id="rId12" Type="http://schemas.openxmlformats.org/officeDocument/2006/relationships/image" Target="../media/image181.png"/><Relationship Id="rId11" Type="http://schemas.openxmlformats.org/officeDocument/2006/relationships/image" Target="../media/image180.png"/><Relationship Id="rId10" Type="http://schemas.openxmlformats.org/officeDocument/2006/relationships/image" Target="../media/image179.png"/><Relationship Id="rId1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0" descr="v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v015" descr="v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v003" descr="v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09" y="2226468"/>
            <a:ext cx="7411640" cy="2357437"/>
          </a:xfrm>
          <a:prstGeom prst="rect">
            <a:avLst/>
          </a:prstGeom>
        </p:spPr>
      </p:pic>
      <p:pic>
        <p:nvPicPr>
          <p:cNvPr id="5" name="v002" descr="v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" y="11906"/>
            <a:ext cx="6417468" cy="2202656"/>
          </a:xfrm>
          <a:prstGeom prst="rect">
            <a:avLst/>
          </a:prstGeom>
        </p:spPr>
      </p:pic>
      <p:pic>
        <p:nvPicPr>
          <p:cNvPr id="6" name="v016" descr="v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0" y="2577703"/>
            <a:ext cx="4012406" cy="1916906"/>
          </a:xfrm>
          <a:prstGeom prst="rect">
            <a:avLst/>
          </a:prstGeom>
        </p:spPr>
      </p:pic>
      <p:pic>
        <p:nvPicPr>
          <p:cNvPr id="7" name="v001" descr="v0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5640" y="2226468"/>
            <a:ext cx="2964656" cy="1595437"/>
          </a:xfrm>
          <a:prstGeom prst="rect">
            <a:avLst/>
          </a:prstGeom>
        </p:spPr>
      </p:pic>
      <p:pic>
        <p:nvPicPr>
          <p:cNvPr id="8" name="v006" descr="v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8515" y="642937"/>
            <a:ext cx="708421" cy="452437"/>
          </a:xfrm>
          <a:prstGeom prst="rect">
            <a:avLst/>
          </a:prstGeom>
        </p:spPr>
      </p:pic>
      <p:pic>
        <p:nvPicPr>
          <p:cNvPr id="9" name="v011" descr="v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5484" y="4018359"/>
            <a:ext cx="654843" cy="428624"/>
          </a:xfrm>
          <a:prstGeom prst="rect">
            <a:avLst/>
          </a:prstGeom>
        </p:spPr>
      </p:pic>
      <p:pic>
        <p:nvPicPr>
          <p:cNvPr id="10" name="v010" descr="v0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421" y="4024312"/>
            <a:ext cx="404812" cy="386953"/>
          </a:xfrm>
          <a:prstGeom prst="rect">
            <a:avLst/>
          </a:prstGeom>
        </p:spPr>
      </p:pic>
      <p:pic>
        <p:nvPicPr>
          <p:cNvPr id="11" name="v013" descr="v0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5765" y="5673328"/>
            <a:ext cx="255984" cy="250031"/>
          </a:xfrm>
          <a:prstGeom prst="rect">
            <a:avLst/>
          </a:prstGeom>
        </p:spPr>
      </p:pic>
      <p:pic>
        <p:nvPicPr>
          <p:cNvPr id="12" name="v005" descr="v00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4453" y="434578"/>
            <a:ext cx="244078" cy="202406"/>
          </a:xfrm>
          <a:prstGeom prst="rect">
            <a:avLst/>
          </a:prstGeom>
        </p:spPr>
      </p:pic>
      <p:pic>
        <p:nvPicPr>
          <p:cNvPr id="13" name="v009" descr="v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1406" y="4030265"/>
            <a:ext cx="77390" cy="351234"/>
          </a:xfrm>
          <a:prstGeom prst="rect">
            <a:avLst/>
          </a:prstGeom>
        </p:spPr>
      </p:pic>
      <p:sp>
        <p:nvSpPr>
          <p:cNvPr id="14" name="t000"/>
          <p:cNvSpPr txBox="1"/>
          <p:nvPr/>
        </p:nvSpPr>
        <p:spPr>
          <a:xfrm>
            <a:off x="7223712" y="415051"/>
            <a:ext cx="797718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产品能力概览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5" name="t001"/>
          <p:cNvSpPr txBox="1"/>
          <p:nvPr/>
        </p:nvSpPr>
        <p:spPr>
          <a:xfrm>
            <a:off x="883967" y="426481"/>
            <a:ext cx="4155281" cy="636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38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PPT Maker</a:t>
            </a:r>
            <a:endParaRPr lang="zh-CN" sz="38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t002"/>
          <p:cNvSpPr txBox="1"/>
          <p:nvPr/>
        </p:nvSpPr>
        <p:spPr>
          <a:xfrm>
            <a:off x="7651527" y="823912"/>
            <a:ext cx="52982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内容理解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7" name="t003"/>
          <p:cNvSpPr txBox="1"/>
          <p:nvPr/>
        </p:nvSpPr>
        <p:spPr>
          <a:xfrm>
            <a:off x="9084421" y="823912"/>
            <a:ext cx="52982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智能规划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8" name="t004"/>
          <p:cNvSpPr txBox="1"/>
          <p:nvPr/>
        </p:nvSpPr>
        <p:spPr>
          <a:xfrm>
            <a:off x="10616993" y="848820"/>
            <a:ext cx="52982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视觉生成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9" name="t006"/>
          <p:cNvSpPr txBox="1"/>
          <p:nvPr/>
        </p:nvSpPr>
        <p:spPr>
          <a:xfrm>
            <a:off x="9090374" y="1014174"/>
            <a:ext cx="1053703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逻辑结构与版式建议</a:t>
            </a:r>
            <a:endParaRPr lang="zh-CN" sz="800" b="0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20" name="t005"/>
          <p:cNvSpPr txBox="1"/>
          <p:nvPr/>
        </p:nvSpPr>
        <p:spPr>
          <a:xfrm>
            <a:off x="7628001" y="1010983"/>
            <a:ext cx="1053703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长文解析与要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点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提炼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21" name="t007"/>
          <p:cNvSpPr txBox="1"/>
          <p:nvPr/>
        </p:nvSpPr>
        <p:spPr>
          <a:xfrm>
            <a:off x="10613802" y="1027985"/>
            <a:ext cx="1053703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图表与元素自动生成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22" name="t008"/>
          <p:cNvSpPr txBox="1"/>
          <p:nvPr/>
        </p:nvSpPr>
        <p:spPr>
          <a:xfrm>
            <a:off x="659844" y="1259443"/>
            <a:ext cx="5822156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输入长文与可选风格参考图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系统自动完成内容规划、版式设计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配图生成与可编辑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PPTX导出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t009"/>
          <p:cNvSpPr txBox="1"/>
          <p:nvPr/>
        </p:nvSpPr>
        <p:spPr>
          <a:xfrm>
            <a:off x="7640335" y="1458325"/>
            <a:ext cx="52982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交互编辑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24" name="t010"/>
          <p:cNvSpPr txBox="1"/>
          <p:nvPr/>
        </p:nvSpPr>
        <p:spPr>
          <a:xfrm>
            <a:off x="9072943" y="1483233"/>
            <a:ext cx="529828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协作管理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25" name="t011"/>
          <p:cNvSpPr txBox="1"/>
          <p:nvPr/>
        </p:nvSpPr>
        <p:spPr>
          <a:xfrm>
            <a:off x="10611040" y="1474089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安全合规</a:t>
            </a:r>
            <a:endParaRPr lang="zh-CN" sz="800" b="0" i="0" noProof="1" dirty="0">
              <a:solidFill>
                <a:srgbClr val="D43E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t016"/>
          <p:cNvSpPr txBox="1"/>
          <p:nvPr/>
        </p:nvSpPr>
        <p:spPr>
          <a:xfrm>
            <a:off x="7640335" y="1656873"/>
            <a:ext cx="1053703" cy="125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在线编辑与实时预览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27" name="t017"/>
          <p:cNvSpPr txBox="1"/>
          <p:nvPr/>
        </p:nvSpPr>
        <p:spPr>
          <a:xfrm>
            <a:off x="9072943" y="1650920"/>
            <a:ext cx="1053703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版本追踪与权限控制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28" name="t018"/>
          <p:cNvSpPr txBox="1"/>
          <p:nvPr/>
        </p:nvSpPr>
        <p:spPr>
          <a:xfrm>
            <a:off x="10616993" y="1650920"/>
            <a:ext cx="1256109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STHeiti"/>
                <a:ea typeface="STHeiti"/>
                <a:cs typeface="STHeiti"/>
                <a:sym typeface="STHeiti"/>
              </a:rPr>
              <a:t>企业级安全与隐私保障</a:t>
            </a:r>
            <a:endParaRPr lang="zh-CN" sz="800" b="0" i="0" noProof="1" dirty="0">
              <a:solidFill>
                <a:srgbClr val="054798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29" name="t013"/>
          <p:cNvSpPr txBox="1"/>
          <p:nvPr/>
        </p:nvSpPr>
        <p:spPr>
          <a:xfrm>
            <a:off x="2246614" y="1676542"/>
            <a:ext cx="60721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风格参考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0" name="t014"/>
          <p:cNvSpPr txBox="1"/>
          <p:nvPr/>
        </p:nvSpPr>
        <p:spPr>
          <a:xfrm>
            <a:off x="3520106" y="1676542"/>
            <a:ext cx="60721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自动规划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1" name="t012"/>
          <p:cNvSpPr txBox="1"/>
          <p:nvPr/>
        </p:nvSpPr>
        <p:spPr>
          <a:xfrm>
            <a:off x="1018603" y="1676542"/>
            <a:ext cx="60721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长文输入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2" name="t015"/>
          <p:cNvSpPr txBox="1"/>
          <p:nvPr/>
        </p:nvSpPr>
        <p:spPr>
          <a:xfrm>
            <a:off x="4799552" y="1676542"/>
            <a:ext cx="666750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可编辑导出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3" name="t019"/>
          <p:cNvSpPr txBox="1"/>
          <p:nvPr/>
        </p:nvSpPr>
        <p:spPr>
          <a:xfrm>
            <a:off x="531685" y="2282571"/>
            <a:ext cx="1095374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端到端流程概览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4" name="t020"/>
          <p:cNvSpPr txBox="1"/>
          <p:nvPr/>
        </p:nvSpPr>
        <p:spPr>
          <a:xfrm>
            <a:off x="949309" y="2690836"/>
            <a:ext cx="589359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长文输入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5" name="t021"/>
          <p:cNvSpPr txBox="1"/>
          <p:nvPr/>
        </p:nvSpPr>
        <p:spPr>
          <a:xfrm>
            <a:off x="3343275" y="2690836"/>
            <a:ext cx="63103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风格参考图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6" name="t022"/>
          <p:cNvSpPr txBox="1"/>
          <p:nvPr/>
        </p:nvSpPr>
        <p:spPr>
          <a:xfrm>
            <a:off x="5530453" y="2690836"/>
            <a:ext cx="1309687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AI 内容规划与版式生成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7" name="t023"/>
          <p:cNvSpPr txBox="1"/>
          <p:nvPr/>
        </p:nvSpPr>
        <p:spPr>
          <a:xfrm>
            <a:off x="7824311" y="2683764"/>
            <a:ext cx="1143000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原稿图与元素图生成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8" name="t024"/>
          <p:cNvSpPr txBox="1"/>
          <p:nvPr/>
        </p:nvSpPr>
        <p:spPr>
          <a:xfrm>
            <a:off x="10042921" y="2683764"/>
            <a:ext cx="952499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分层 PPTX 导出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9" name="t025"/>
          <p:cNvSpPr txBox="1"/>
          <p:nvPr/>
        </p:nvSpPr>
        <p:spPr>
          <a:xfrm>
            <a:off x="949309" y="2912506"/>
            <a:ext cx="116681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粘贴或上传长文，系统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0" name="t026"/>
          <p:cNvSpPr txBox="1"/>
          <p:nvPr/>
        </p:nvSpPr>
        <p:spPr>
          <a:xfrm>
            <a:off x="3343275" y="2912506"/>
            <a:ext cx="116681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上传参考图或选择风格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1" name="t027"/>
          <p:cNvSpPr txBox="1"/>
          <p:nvPr/>
        </p:nvSpPr>
        <p:spPr>
          <a:xfrm>
            <a:off x="5530453" y="2918460"/>
            <a:ext cx="1440656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AI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生成内容大纲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、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页面结构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2" name="t028"/>
          <p:cNvSpPr txBox="1"/>
          <p:nvPr/>
        </p:nvSpPr>
        <p:spPr>
          <a:xfrm>
            <a:off x="7824311" y="2917078"/>
            <a:ext cx="138707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自动生成配图、图表、图标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3" name="t029"/>
          <p:cNvSpPr txBox="1"/>
          <p:nvPr/>
        </p:nvSpPr>
        <p:spPr>
          <a:xfrm>
            <a:off x="10042921" y="2918912"/>
            <a:ext cx="1452562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输出可编辑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PPTX，完整保留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4" name="t030"/>
          <p:cNvSpPr txBox="1"/>
          <p:nvPr/>
        </p:nvSpPr>
        <p:spPr>
          <a:xfrm>
            <a:off x="949309" y="3052143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自动解析关键信息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5" name="t034"/>
          <p:cNvSpPr txBox="1"/>
          <p:nvPr/>
        </p:nvSpPr>
        <p:spPr>
          <a:xfrm>
            <a:off x="10042921" y="3061073"/>
            <a:ext cx="138707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图层与样式，轻松二次编辑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6" name="t032"/>
          <p:cNvSpPr txBox="1"/>
          <p:nvPr/>
        </p:nvSpPr>
        <p:spPr>
          <a:xfrm>
            <a:off x="5530453" y="3058096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与版式布局方案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7" name="t033"/>
          <p:cNvSpPr txBox="1"/>
          <p:nvPr/>
        </p:nvSpPr>
        <p:spPr>
          <a:xfrm>
            <a:off x="7824311" y="3061073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与页面元素资源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8" name="t031"/>
          <p:cNvSpPr txBox="1"/>
          <p:nvPr/>
        </p:nvSpPr>
        <p:spPr>
          <a:xfrm>
            <a:off x="3343275" y="3058096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匹配视觉与版式语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言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9" name="t039"/>
          <p:cNvSpPr txBox="1"/>
          <p:nvPr/>
        </p:nvSpPr>
        <p:spPr>
          <a:xfrm>
            <a:off x="10292667" y="4034361"/>
            <a:ext cx="892968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权限与安全管控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0" name="t036"/>
          <p:cNvSpPr txBox="1"/>
          <p:nvPr/>
        </p:nvSpPr>
        <p:spPr>
          <a:xfrm>
            <a:off x="3844004" y="4047434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任务与进度追踪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1" name="t038"/>
          <p:cNvSpPr txBox="1"/>
          <p:nvPr/>
        </p:nvSpPr>
        <p:spPr>
          <a:xfrm>
            <a:off x="8177117" y="4032575"/>
            <a:ext cx="892968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版本与回溯管理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2" name="t037"/>
          <p:cNvSpPr txBox="1"/>
          <p:nvPr/>
        </p:nvSpPr>
        <p:spPr>
          <a:xfrm>
            <a:off x="6052423" y="4035528"/>
            <a:ext cx="8929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素材与模板中心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3" name="t035"/>
          <p:cNvSpPr txBox="1"/>
          <p:nvPr/>
        </p:nvSpPr>
        <p:spPr>
          <a:xfrm>
            <a:off x="2152888" y="4044457"/>
            <a:ext cx="857249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Web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创作工作区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4" name="t040"/>
          <p:cNvSpPr txBox="1"/>
          <p:nvPr/>
        </p:nvSpPr>
        <p:spPr>
          <a:xfrm>
            <a:off x="674084" y="4139064"/>
            <a:ext cx="589359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支撑能力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5" name="t044"/>
          <p:cNvSpPr txBox="1"/>
          <p:nvPr/>
        </p:nvSpPr>
        <p:spPr>
          <a:xfrm>
            <a:off x="8173926" y="4209811"/>
            <a:ext cx="1279921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历史版本对比与一键恢复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6" name="t041"/>
          <p:cNvSpPr txBox="1"/>
          <p:nvPr/>
        </p:nvSpPr>
        <p:spPr>
          <a:xfrm>
            <a:off x="2126742" y="4210502"/>
            <a:ext cx="1500187" cy="125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在线创作与预览，所见即所得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7" name="t042"/>
          <p:cNvSpPr txBox="1"/>
          <p:nvPr/>
        </p:nvSpPr>
        <p:spPr>
          <a:xfrm>
            <a:off x="3846766" y="4210502"/>
            <a:ext cx="1500187" cy="125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实时查看任务状态与处理进度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8" name="t043"/>
          <p:cNvSpPr txBox="1"/>
          <p:nvPr/>
        </p:nvSpPr>
        <p:spPr>
          <a:xfrm>
            <a:off x="6054328" y="4210502"/>
            <a:ext cx="1613296" cy="125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企业模板、组件与素材统一管理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9" name="t045"/>
          <p:cNvSpPr txBox="1"/>
          <p:nvPr/>
        </p:nvSpPr>
        <p:spPr>
          <a:xfrm>
            <a:off x="10295001" y="4210502"/>
            <a:ext cx="1387078" cy="125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细粒度权限与企业数据保护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0" name="t047"/>
          <p:cNvSpPr txBox="1"/>
          <p:nvPr/>
        </p:nvSpPr>
        <p:spPr>
          <a:xfrm>
            <a:off x="5268610" y="4871227"/>
            <a:ext cx="1404937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视觉生成与分层交付</a:t>
            </a:r>
            <a:endParaRPr lang="zh-CN" sz="10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1" name="t046"/>
          <p:cNvSpPr txBox="1"/>
          <p:nvPr/>
        </p:nvSpPr>
        <p:spPr>
          <a:xfrm>
            <a:off x="1350359" y="4865036"/>
            <a:ext cx="1619250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内容自动化与结构化规划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2" name="t048"/>
          <p:cNvSpPr txBox="1"/>
          <p:nvPr/>
        </p:nvSpPr>
        <p:spPr>
          <a:xfrm>
            <a:off x="9139189" y="4864608"/>
            <a:ext cx="1482328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Web 工作区与协作编辑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3" name="t049"/>
          <p:cNvSpPr txBox="1"/>
          <p:nvPr/>
        </p:nvSpPr>
        <p:spPr>
          <a:xfrm>
            <a:off x="1338453" y="5112115"/>
            <a:ext cx="2839640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自动提炼要点、构建逻辑结构，生成清晰大纲与页面结构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4" name="t051"/>
          <p:cNvSpPr txBox="1"/>
          <p:nvPr/>
        </p:nvSpPr>
        <p:spPr>
          <a:xfrm>
            <a:off x="9086754" y="5130927"/>
            <a:ext cx="2952750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多人协作、在线编辑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版本管理，打通审阅、修改与发布，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5" name="t050"/>
          <p:cNvSpPr txBox="1"/>
          <p:nvPr/>
        </p:nvSpPr>
        <p:spPr>
          <a:xfrm>
            <a:off x="5265420" y="5132308"/>
            <a:ext cx="2756296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智能生成图表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、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配图与页面元素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，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输出分层可编辑PPTX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6" name="t052"/>
          <p:cNvSpPr txBox="1"/>
          <p:nvPr/>
        </p:nvSpPr>
        <p:spPr>
          <a:xfrm>
            <a:off x="1332928" y="5253132"/>
            <a:ext cx="1946671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显著提升内容生产效率与质量一致性。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7" name="t053"/>
          <p:cNvSpPr txBox="1"/>
          <p:nvPr/>
        </p:nvSpPr>
        <p:spPr>
          <a:xfrm>
            <a:off x="5265420" y="5264181"/>
            <a:ext cx="1833562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保障视觉专业度与二次创作自由度。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8" name="t054"/>
          <p:cNvSpPr txBox="1"/>
          <p:nvPr/>
        </p:nvSpPr>
        <p:spPr>
          <a:xfrm>
            <a:off x="9092707" y="5264181"/>
            <a:ext cx="1833562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让团队协作更高效、可控、可追溯。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9" name="t055"/>
          <p:cNvSpPr txBox="1"/>
          <p:nvPr/>
        </p:nvSpPr>
        <p:spPr>
          <a:xfrm>
            <a:off x="1513379" y="5650372"/>
            <a:ext cx="44053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80%↑</a:t>
            </a:r>
            <a:endParaRPr lang="zh-CN" sz="9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" name="t056"/>
          <p:cNvSpPr txBox="1"/>
          <p:nvPr/>
        </p:nvSpPr>
        <p:spPr>
          <a:xfrm>
            <a:off x="2421064" y="5650372"/>
            <a:ext cx="386953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spc="-16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90%+</a:t>
            </a:r>
            <a:endParaRPr lang="zh-CN" sz="900" b="0" i="0" spc="-16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1" name="t057"/>
          <p:cNvSpPr txBox="1"/>
          <p:nvPr/>
        </p:nvSpPr>
        <p:spPr>
          <a:xfrm>
            <a:off x="3272837" y="5656754"/>
            <a:ext cx="42267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结构化</a:t>
            </a:r>
            <a:endParaRPr lang="zh-CN" sz="9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2" name="t058"/>
          <p:cNvSpPr txBox="1"/>
          <p:nvPr/>
        </p:nvSpPr>
        <p:spPr>
          <a:xfrm>
            <a:off x="5411438" y="5641228"/>
            <a:ext cx="42862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0" i="0" noProof="1" dirty="0">
                <a:solidFill>
                  <a:srgbClr val="054798"/>
                </a:solidFill>
                <a:latin typeface="Helvetica"/>
                <a:ea typeface="Helvetica"/>
                <a:cs typeface="Helvetica"/>
                <a:sym typeface="Helvetica"/>
              </a:rPr>
              <a:t>3000+</a:t>
            </a:r>
            <a:endParaRPr lang="zh-CN" sz="1000" b="0" i="0" noProof="1" dirty="0">
              <a:solidFill>
                <a:srgbClr val="054798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3" name="t059"/>
          <p:cNvSpPr txBox="1"/>
          <p:nvPr/>
        </p:nvSpPr>
        <p:spPr>
          <a:xfrm>
            <a:off x="6186963" y="5650372"/>
            <a:ext cx="42267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0" i="0" noProof="1" dirty="0">
                <a:solidFill>
                  <a:srgbClr val="054798"/>
                </a:solidFill>
                <a:latin typeface="Helvetica"/>
                <a:ea typeface="Helvetica"/>
                <a:cs typeface="Helvetica"/>
                <a:sym typeface="Helvetica"/>
              </a:rPr>
              <a:t>100%</a:t>
            </a:r>
            <a:endParaRPr lang="zh-CN" sz="1100" b="0" i="0" noProof="1" dirty="0">
              <a:solidFill>
                <a:srgbClr val="054798"/>
              </a:solid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4" name="t060"/>
          <p:cNvSpPr txBox="1"/>
          <p:nvPr/>
        </p:nvSpPr>
        <p:spPr>
          <a:xfrm>
            <a:off x="7114222" y="5665470"/>
            <a:ext cx="54768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D43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风险可控</a:t>
            </a:r>
            <a:endParaRPr lang="zh-CN" sz="900" b="0" i="0" noProof="1" dirty="0">
              <a:solidFill>
                <a:srgbClr val="D43E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5" name="t061"/>
          <p:cNvSpPr txBox="1"/>
          <p:nvPr/>
        </p:nvSpPr>
        <p:spPr>
          <a:xfrm>
            <a:off x="9327308" y="5676090"/>
            <a:ext cx="642937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多人协作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6" name="t062"/>
          <p:cNvSpPr txBox="1"/>
          <p:nvPr/>
        </p:nvSpPr>
        <p:spPr>
          <a:xfrm>
            <a:off x="10162174" y="5682043"/>
            <a:ext cx="54768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版本追踪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7" name="t063"/>
          <p:cNvSpPr txBox="1"/>
          <p:nvPr/>
        </p:nvSpPr>
        <p:spPr>
          <a:xfrm>
            <a:off x="11117722" y="5682043"/>
            <a:ext cx="54768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权限管控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8" name="t064"/>
          <p:cNvSpPr txBox="1"/>
          <p:nvPr/>
        </p:nvSpPr>
        <p:spPr>
          <a:xfrm>
            <a:off x="1344406" y="5843016"/>
            <a:ext cx="94059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内容生产效率提升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9" name="t066"/>
          <p:cNvSpPr txBox="1"/>
          <p:nvPr/>
        </p:nvSpPr>
        <p:spPr>
          <a:xfrm>
            <a:off x="2991945" y="5852160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大纲与版式自动生成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0" name="t065"/>
          <p:cNvSpPr txBox="1"/>
          <p:nvPr/>
        </p:nvSpPr>
        <p:spPr>
          <a:xfrm>
            <a:off x="2120788" y="5844397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关键信息提炼准确率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1" name="t067"/>
          <p:cNvSpPr txBox="1"/>
          <p:nvPr/>
        </p:nvSpPr>
        <p:spPr>
          <a:xfrm>
            <a:off x="5292613" y="5853469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图表与元素组件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2" name="t068"/>
          <p:cNvSpPr txBox="1"/>
          <p:nvPr/>
        </p:nvSpPr>
        <p:spPr>
          <a:xfrm>
            <a:off x="6052423" y="5853469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分层可编辑交付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3" name="t069"/>
          <p:cNvSpPr txBox="1"/>
          <p:nvPr/>
        </p:nvSpPr>
        <p:spPr>
          <a:xfrm>
            <a:off x="6869906" y="5853469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内容合规与版权保障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4" name="t071"/>
          <p:cNvSpPr txBox="1"/>
          <p:nvPr/>
        </p:nvSpPr>
        <p:spPr>
          <a:xfrm>
            <a:off x="9962816" y="5873305"/>
            <a:ext cx="94059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完整记录变更历史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5" name="t072"/>
          <p:cNvSpPr txBox="1"/>
          <p:nvPr/>
        </p:nvSpPr>
        <p:spPr>
          <a:xfrm>
            <a:off x="10940891" y="5877877"/>
            <a:ext cx="892968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STHeiti"/>
                <a:ea typeface="STHeiti"/>
                <a:cs typeface="STHeiti"/>
                <a:sym typeface="STHeiti"/>
              </a:rPr>
              <a:t>细粒度权限管理</a:t>
            </a:r>
            <a:endParaRPr lang="zh-CN" sz="800" b="0" i="0" spc="-160" noProof="1" dirty="0">
              <a:solidFill>
                <a:srgbClr val="054798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86" name="t070"/>
          <p:cNvSpPr txBox="1"/>
          <p:nvPr/>
        </p:nvSpPr>
        <p:spPr>
          <a:xfrm>
            <a:off x="9200673" y="5872257"/>
            <a:ext cx="773906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STHeiti"/>
                <a:ea typeface="STHeiti"/>
                <a:cs typeface="STHeiti"/>
                <a:sym typeface="STHeiti"/>
              </a:rPr>
              <a:t>实时在线协同</a:t>
            </a:r>
            <a:endParaRPr lang="zh-CN" sz="800" b="0" i="0" spc="-160" noProof="1" dirty="0">
              <a:solidFill>
                <a:srgbClr val="054798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87" name="t075"/>
          <p:cNvSpPr txBox="1"/>
          <p:nvPr/>
        </p:nvSpPr>
        <p:spPr>
          <a:xfrm>
            <a:off x="2658284" y="6429089"/>
            <a:ext cx="720328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权限精细管控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8" name="t073"/>
          <p:cNvSpPr txBox="1"/>
          <p:nvPr/>
        </p:nvSpPr>
        <p:spPr>
          <a:xfrm>
            <a:off x="736139" y="6435661"/>
            <a:ext cx="827484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企业级安全保障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9" name="t074"/>
          <p:cNvSpPr txBox="1"/>
          <p:nvPr/>
        </p:nvSpPr>
        <p:spPr>
          <a:xfrm>
            <a:off x="1762886" y="6435042"/>
            <a:ext cx="720328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数据加密传输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0" name="t076"/>
          <p:cNvSpPr txBox="1"/>
          <p:nvPr/>
        </p:nvSpPr>
        <p:spPr>
          <a:xfrm>
            <a:off x="3574303" y="6435042"/>
            <a:ext cx="72032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合规审计追踪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v019" descr="v0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779859"/>
            <a:ext cx="11656218" cy="4530328"/>
          </a:xfrm>
          <a:prstGeom prst="rect">
            <a:avLst/>
          </a:prstGeom>
        </p:spPr>
      </p:pic>
      <p:pic>
        <p:nvPicPr>
          <p:cNvPr id="3" name="v006" descr="v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684734"/>
            <a:ext cx="4572000" cy="2315765"/>
          </a:xfrm>
          <a:prstGeom prst="rect">
            <a:avLst/>
          </a:prstGeom>
        </p:spPr>
      </p:pic>
      <p:pic>
        <p:nvPicPr>
          <p:cNvPr id="4" name="v035" descr="v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109" y="5411390"/>
            <a:ext cx="4839890" cy="1446609"/>
          </a:xfrm>
          <a:prstGeom prst="rect">
            <a:avLst/>
          </a:prstGeom>
        </p:spPr>
      </p:pic>
      <p:pic>
        <p:nvPicPr>
          <p:cNvPr id="5" name="v004" descr="v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203" y="4429125"/>
            <a:ext cx="4518421" cy="1410890"/>
          </a:xfrm>
          <a:prstGeom prst="rect">
            <a:avLst/>
          </a:prstGeom>
        </p:spPr>
      </p:pic>
      <p:pic>
        <p:nvPicPr>
          <p:cNvPr id="6" name="v036" descr="v0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828" y="5411390"/>
            <a:ext cx="4601765" cy="1077515"/>
          </a:xfrm>
          <a:prstGeom prst="rect">
            <a:avLst/>
          </a:prstGeom>
        </p:spPr>
      </p:pic>
      <p:pic>
        <p:nvPicPr>
          <p:cNvPr id="7" name="v038" descr="v0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29250"/>
            <a:ext cx="2446734" cy="1428749"/>
          </a:xfrm>
          <a:prstGeom prst="rect">
            <a:avLst/>
          </a:prstGeom>
        </p:spPr>
      </p:pic>
      <p:pic>
        <p:nvPicPr>
          <p:cNvPr id="8" name="v043" descr="v04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935265"/>
            <a:ext cx="1994296" cy="922734"/>
          </a:xfrm>
          <a:prstGeom prst="rect">
            <a:avLst/>
          </a:prstGeom>
        </p:spPr>
      </p:pic>
      <p:pic>
        <p:nvPicPr>
          <p:cNvPr id="9" name="v040" descr="v0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82890"/>
            <a:ext cx="916781" cy="869156"/>
          </a:xfrm>
          <a:prstGeom prst="rect">
            <a:avLst/>
          </a:prstGeom>
        </p:spPr>
      </p:pic>
      <p:pic>
        <p:nvPicPr>
          <p:cNvPr id="10" name="v057" descr="v05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1328" y="2934890"/>
            <a:ext cx="833437" cy="803671"/>
          </a:xfrm>
          <a:prstGeom prst="rect">
            <a:avLst/>
          </a:prstGeom>
        </p:spPr>
      </p:pic>
      <p:pic>
        <p:nvPicPr>
          <p:cNvPr id="11" name="v051" descr="v0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6812" y="1565671"/>
            <a:ext cx="785812" cy="845343"/>
          </a:xfrm>
          <a:prstGeom prst="rect">
            <a:avLst/>
          </a:prstGeom>
        </p:spPr>
      </p:pic>
      <p:pic>
        <p:nvPicPr>
          <p:cNvPr id="12" name="v064" descr="v06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9187" y="4286250"/>
            <a:ext cx="791765" cy="797718"/>
          </a:xfrm>
          <a:prstGeom prst="rect">
            <a:avLst/>
          </a:prstGeom>
        </p:spPr>
      </p:pic>
      <p:pic>
        <p:nvPicPr>
          <p:cNvPr id="13" name="v050" descr="v0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499" y="1535906"/>
            <a:ext cx="761999" cy="827484"/>
          </a:xfrm>
          <a:prstGeom prst="rect">
            <a:avLst/>
          </a:prstGeom>
        </p:spPr>
      </p:pic>
      <p:pic>
        <p:nvPicPr>
          <p:cNvPr id="14" name="v058" descr="v05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734" y="2952750"/>
            <a:ext cx="803671" cy="761999"/>
          </a:xfrm>
          <a:prstGeom prst="rect">
            <a:avLst/>
          </a:prstGeom>
        </p:spPr>
      </p:pic>
      <p:pic>
        <p:nvPicPr>
          <p:cNvPr id="15" name="v060" descr="v06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7984" y="3863578"/>
            <a:ext cx="797718" cy="744140"/>
          </a:xfrm>
          <a:prstGeom prst="rect">
            <a:avLst/>
          </a:prstGeom>
        </p:spPr>
      </p:pic>
      <p:pic>
        <p:nvPicPr>
          <p:cNvPr id="16" name="v069" descr="v06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06890" y="5530453"/>
            <a:ext cx="696515" cy="845343"/>
          </a:xfrm>
          <a:prstGeom prst="rect">
            <a:avLst/>
          </a:prstGeom>
        </p:spPr>
      </p:pic>
      <p:pic>
        <p:nvPicPr>
          <p:cNvPr id="17" name="v059" descr="v05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5828" y="3732609"/>
            <a:ext cx="654843" cy="744140"/>
          </a:xfrm>
          <a:prstGeom prst="rect">
            <a:avLst/>
          </a:prstGeom>
        </p:spPr>
      </p:pic>
      <p:pic>
        <p:nvPicPr>
          <p:cNvPr id="18" name="v047" descr="v04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636984" cy="761999"/>
          </a:xfrm>
          <a:prstGeom prst="rect">
            <a:avLst/>
          </a:prstGeom>
        </p:spPr>
      </p:pic>
      <p:pic>
        <p:nvPicPr>
          <p:cNvPr id="19" name="v029" descr="v02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734" y="4381499"/>
            <a:ext cx="773906" cy="619124"/>
          </a:xfrm>
          <a:prstGeom prst="rect">
            <a:avLst/>
          </a:prstGeom>
        </p:spPr>
      </p:pic>
      <p:pic>
        <p:nvPicPr>
          <p:cNvPr id="20" name="v074" descr="v07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62625" y="2577703"/>
            <a:ext cx="601265" cy="684609"/>
          </a:xfrm>
          <a:prstGeom prst="rect">
            <a:avLst/>
          </a:prstGeom>
        </p:spPr>
      </p:pic>
      <p:pic>
        <p:nvPicPr>
          <p:cNvPr id="21" name="v011" descr="v01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40640" y="327421"/>
            <a:ext cx="1351359" cy="214312"/>
          </a:xfrm>
          <a:prstGeom prst="rect">
            <a:avLst/>
          </a:prstGeom>
        </p:spPr>
      </p:pic>
      <p:pic>
        <p:nvPicPr>
          <p:cNvPr id="22" name="v009" descr="v00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68062" y="53578"/>
            <a:ext cx="1023937" cy="250031"/>
          </a:xfrm>
          <a:prstGeom prst="rect">
            <a:avLst/>
          </a:prstGeom>
        </p:spPr>
      </p:pic>
      <p:pic>
        <p:nvPicPr>
          <p:cNvPr id="23" name="v014" descr="v01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82250" y="553640"/>
            <a:ext cx="1809749" cy="136921"/>
          </a:xfrm>
          <a:prstGeom prst="rect">
            <a:avLst/>
          </a:prstGeom>
        </p:spPr>
      </p:pic>
      <p:pic>
        <p:nvPicPr>
          <p:cNvPr id="24" name="v056" descr="v056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30640" y="2952750"/>
            <a:ext cx="482203" cy="434578"/>
          </a:xfrm>
          <a:prstGeom prst="rect">
            <a:avLst/>
          </a:prstGeom>
        </p:spPr>
      </p:pic>
      <p:pic>
        <p:nvPicPr>
          <p:cNvPr id="25" name="v055" descr="v05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83906" y="2946796"/>
            <a:ext cx="416718" cy="464343"/>
          </a:xfrm>
          <a:prstGeom prst="rect">
            <a:avLst/>
          </a:prstGeom>
        </p:spPr>
      </p:pic>
      <p:pic>
        <p:nvPicPr>
          <p:cNvPr id="26" name="v052" descr="v05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79281" y="1821656"/>
            <a:ext cx="392906" cy="428624"/>
          </a:xfrm>
          <a:prstGeom prst="rect">
            <a:avLst/>
          </a:prstGeom>
        </p:spPr>
      </p:pic>
      <p:pic>
        <p:nvPicPr>
          <p:cNvPr id="27" name="v067" descr="v067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4874" y="4500562"/>
            <a:ext cx="363140" cy="416718"/>
          </a:xfrm>
          <a:prstGeom prst="rect">
            <a:avLst/>
          </a:prstGeom>
        </p:spPr>
      </p:pic>
      <p:pic>
        <p:nvPicPr>
          <p:cNvPr id="28" name="v066" descr="v06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15640" y="4488656"/>
            <a:ext cx="375046" cy="375046"/>
          </a:xfrm>
          <a:prstGeom prst="rect">
            <a:avLst/>
          </a:prstGeom>
        </p:spPr>
      </p:pic>
      <p:pic>
        <p:nvPicPr>
          <p:cNvPr id="29" name="v028" descr="v02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61421" y="4280296"/>
            <a:ext cx="369093" cy="375046"/>
          </a:xfrm>
          <a:prstGeom prst="rect">
            <a:avLst/>
          </a:prstGeom>
        </p:spPr>
      </p:pic>
      <p:pic>
        <p:nvPicPr>
          <p:cNvPr id="30" name="v070" descr="v07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84406" y="5851921"/>
            <a:ext cx="339328" cy="357187"/>
          </a:xfrm>
          <a:prstGeom prst="rect">
            <a:avLst/>
          </a:prstGeom>
        </p:spPr>
      </p:pic>
      <p:pic>
        <p:nvPicPr>
          <p:cNvPr id="31" name="v068" descr="v06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5609" y="4810124"/>
            <a:ext cx="500062" cy="238124"/>
          </a:xfrm>
          <a:prstGeom prst="rect">
            <a:avLst/>
          </a:prstGeom>
        </p:spPr>
      </p:pic>
      <p:pic>
        <p:nvPicPr>
          <p:cNvPr id="32" name="v063" descr="v06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91187" y="4262437"/>
            <a:ext cx="315515" cy="369093"/>
          </a:xfrm>
          <a:prstGeom prst="rect">
            <a:avLst/>
          </a:prstGeom>
        </p:spPr>
      </p:pic>
      <p:pic>
        <p:nvPicPr>
          <p:cNvPr id="33" name="v048" descr="v048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5078" y="1416843"/>
            <a:ext cx="357187" cy="315515"/>
          </a:xfrm>
          <a:prstGeom prst="rect">
            <a:avLst/>
          </a:prstGeom>
        </p:spPr>
      </p:pic>
      <p:pic>
        <p:nvPicPr>
          <p:cNvPr id="34" name="v049" descr="v049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81999" y="1428750"/>
            <a:ext cx="357187" cy="315515"/>
          </a:xfrm>
          <a:prstGeom prst="rect">
            <a:avLst/>
          </a:prstGeom>
        </p:spPr>
      </p:pic>
      <p:pic>
        <p:nvPicPr>
          <p:cNvPr id="35" name="v072" descr="v07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239375" y="5851921"/>
            <a:ext cx="315515" cy="357187"/>
          </a:xfrm>
          <a:prstGeom prst="rect">
            <a:avLst/>
          </a:prstGeom>
        </p:spPr>
      </p:pic>
      <p:pic>
        <p:nvPicPr>
          <p:cNvPr id="36" name="v053" descr="v05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5078" y="2780109"/>
            <a:ext cx="363140" cy="309562"/>
          </a:xfrm>
          <a:prstGeom prst="rect">
            <a:avLst/>
          </a:prstGeom>
        </p:spPr>
      </p:pic>
      <p:pic>
        <p:nvPicPr>
          <p:cNvPr id="37" name="v054" descr="v05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376046" y="2780109"/>
            <a:ext cx="357187" cy="309562"/>
          </a:xfrm>
          <a:prstGeom prst="rect">
            <a:avLst/>
          </a:prstGeom>
        </p:spPr>
      </p:pic>
      <p:pic>
        <p:nvPicPr>
          <p:cNvPr id="38" name="v046" descr="v04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6584156"/>
            <a:ext cx="398859" cy="273843"/>
          </a:xfrm>
          <a:prstGeom prst="rect">
            <a:avLst/>
          </a:prstGeom>
        </p:spPr>
      </p:pic>
      <p:pic>
        <p:nvPicPr>
          <p:cNvPr id="39" name="v062" descr="v06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81999" y="4173140"/>
            <a:ext cx="351234" cy="309562"/>
          </a:xfrm>
          <a:prstGeom prst="rect">
            <a:avLst/>
          </a:prstGeom>
        </p:spPr>
      </p:pic>
      <p:pic>
        <p:nvPicPr>
          <p:cNvPr id="40" name="v061" descr="v061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13171" y="4167187"/>
            <a:ext cx="357187" cy="303609"/>
          </a:xfrm>
          <a:prstGeom prst="rect">
            <a:avLst/>
          </a:prstGeom>
        </p:spPr>
      </p:pic>
      <p:pic>
        <p:nvPicPr>
          <p:cNvPr id="41" name="v065" descr="v065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2031" y="4321968"/>
            <a:ext cx="506015" cy="202406"/>
          </a:xfrm>
          <a:prstGeom prst="rect">
            <a:avLst/>
          </a:prstGeom>
        </p:spPr>
      </p:pic>
      <p:pic>
        <p:nvPicPr>
          <p:cNvPr id="42" name="v031" descr="v031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92968" y="5030390"/>
            <a:ext cx="791765" cy="125015"/>
          </a:xfrm>
          <a:prstGeom prst="rect">
            <a:avLst/>
          </a:prstGeom>
        </p:spPr>
      </p:pic>
      <p:pic>
        <p:nvPicPr>
          <p:cNvPr id="43" name="v026" descr="v026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768953" y="3679031"/>
            <a:ext cx="750093" cy="125015"/>
          </a:xfrm>
          <a:prstGeom prst="rect">
            <a:avLst/>
          </a:prstGeom>
        </p:spPr>
      </p:pic>
      <p:pic>
        <p:nvPicPr>
          <p:cNvPr id="44" name="v023" descr="v023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40593" y="2357437"/>
            <a:ext cx="690562" cy="119062"/>
          </a:xfrm>
          <a:prstGeom prst="rect">
            <a:avLst/>
          </a:prstGeom>
        </p:spPr>
      </p:pic>
      <p:pic>
        <p:nvPicPr>
          <p:cNvPr id="45" name="v008" descr="v008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34578" y="273843"/>
            <a:ext cx="166687" cy="488156"/>
          </a:xfrm>
          <a:prstGeom prst="rect">
            <a:avLst/>
          </a:prstGeom>
        </p:spPr>
      </p:pic>
      <p:pic>
        <p:nvPicPr>
          <p:cNvPr id="46" name="v025" descr="v025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46546" y="3684984"/>
            <a:ext cx="684609" cy="113109"/>
          </a:xfrm>
          <a:prstGeom prst="rect">
            <a:avLst/>
          </a:prstGeom>
        </p:spPr>
      </p:pic>
      <p:pic>
        <p:nvPicPr>
          <p:cNvPr id="47" name="v030" descr="v030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42421" y="4375546"/>
            <a:ext cx="345281" cy="220265"/>
          </a:xfrm>
          <a:prstGeom prst="rect">
            <a:avLst/>
          </a:prstGeom>
        </p:spPr>
      </p:pic>
      <p:pic>
        <p:nvPicPr>
          <p:cNvPr id="48" name="v073" descr="v073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411890" y="5982890"/>
            <a:ext cx="345281" cy="220265"/>
          </a:xfrm>
          <a:prstGeom prst="rect">
            <a:avLst/>
          </a:prstGeom>
        </p:spPr>
      </p:pic>
      <p:pic>
        <p:nvPicPr>
          <p:cNvPr id="49" name="v071" descr="v071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405937" y="5851921"/>
            <a:ext cx="345281" cy="202406"/>
          </a:xfrm>
          <a:prstGeom prst="rect">
            <a:avLst/>
          </a:prstGeom>
        </p:spPr>
      </p:pic>
      <p:pic>
        <p:nvPicPr>
          <p:cNvPr id="50" name="v024" descr="v024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827609" y="3524250"/>
            <a:ext cx="166687" cy="125015"/>
          </a:xfrm>
          <a:prstGeom prst="rect">
            <a:avLst/>
          </a:prstGeom>
        </p:spPr>
      </p:pic>
      <p:pic>
        <p:nvPicPr>
          <p:cNvPr id="51" name="v007" descr="v00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812" y="11906"/>
            <a:ext cx="142875" cy="125015"/>
          </a:xfrm>
          <a:prstGeom prst="rect">
            <a:avLst/>
          </a:prstGeom>
        </p:spPr>
      </p:pic>
      <p:pic>
        <p:nvPicPr>
          <p:cNvPr id="52" name="t004_bullet_marker" descr="t007_bullet_marker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866304" y="1989343"/>
            <a:ext cx="83343" cy="83343"/>
          </a:xfrm>
          <a:prstGeom prst="rect">
            <a:avLst/>
          </a:prstGeom>
        </p:spPr>
      </p:pic>
      <p:pic>
        <p:nvPicPr>
          <p:cNvPr id="53" name="t006_bullet_marker" descr="t009_bullet_marker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730382" y="1995297"/>
            <a:ext cx="83343" cy="83343"/>
          </a:xfrm>
          <a:prstGeom prst="rect">
            <a:avLst/>
          </a:prstGeom>
        </p:spPr>
      </p:pic>
      <p:pic>
        <p:nvPicPr>
          <p:cNvPr id="54" name="t028_bullet_marker" descr="t030_bullet_marker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875234" y="4720851"/>
            <a:ext cx="83343" cy="83343"/>
          </a:xfrm>
          <a:prstGeom prst="rect">
            <a:avLst/>
          </a:prstGeom>
        </p:spPr>
      </p:pic>
      <p:pic>
        <p:nvPicPr>
          <p:cNvPr id="55" name="t029_bullet_marker" descr="t031_bullet_marker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709546" y="4777811"/>
            <a:ext cx="77390" cy="77390"/>
          </a:xfrm>
          <a:prstGeom prst="rect">
            <a:avLst/>
          </a:prstGeom>
        </p:spPr>
      </p:pic>
      <p:pic>
        <p:nvPicPr>
          <p:cNvPr id="56" name="v039" descr="v039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03671" y="5417343"/>
            <a:ext cx="83343" cy="89296"/>
          </a:xfrm>
          <a:prstGeom prst="rect">
            <a:avLst/>
          </a:prstGeom>
        </p:spPr>
      </p:pic>
      <p:pic>
        <p:nvPicPr>
          <p:cNvPr id="57" name="t007_bullet_marker" descr="t007_bullet_marker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866304" y="2214991"/>
            <a:ext cx="83343" cy="83343"/>
          </a:xfrm>
          <a:prstGeom prst="rect">
            <a:avLst/>
          </a:prstGeom>
        </p:spPr>
      </p:pic>
      <p:pic>
        <p:nvPicPr>
          <p:cNvPr id="58" name="t009_bullet_marker" descr="t009_bullet_marker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730382" y="2214991"/>
            <a:ext cx="83343" cy="83343"/>
          </a:xfrm>
          <a:prstGeom prst="rect">
            <a:avLst/>
          </a:prstGeom>
        </p:spPr>
      </p:pic>
      <p:pic>
        <p:nvPicPr>
          <p:cNvPr id="59" name="t030_bullet_marker" descr="t030_bullet_marker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875234" y="4945713"/>
            <a:ext cx="83343" cy="83343"/>
          </a:xfrm>
          <a:prstGeom prst="rect">
            <a:avLst/>
          </a:prstGeom>
        </p:spPr>
      </p:pic>
      <p:pic>
        <p:nvPicPr>
          <p:cNvPr id="60" name="t012_bullet_marker" descr="t012_bullet_marker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57375" y="3308842"/>
            <a:ext cx="77390" cy="83343"/>
          </a:xfrm>
          <a:prstGeom prst="rect">
            <a:avLst/>
          </a:prstGeom>
        </p:spPr>
      </p:pic>
      <p:pic>
        <p:nvPicPr>
          <p:cNvPr id="61" name="t014_bullet_marker" descr="t014_bullet_marker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709546" y="3311818"/>
            <a:ext cx="77390" cy="77390"/>
          </a:xfrm>
          <a:prstGeom prst="rect">
            <a:avLst/>
          </a:prstGeom>
        </p:spPr>
      </p:pic>
      <p:pic>
        <p:nvPicPr>
          <p:cNvPr id="62" name="t016_bullet_marker" descr="t014_bullet_marker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709546" y="3502723"/>
            <a:ext cx="77390" cy="77390"/>
          </a:xfrm>
          <a:prstGeom prst="rect">
            <a:avLst/>
          </a:prstGeom>
        </p:spPr>
      </p:pic>
      <p:pic>
        <p:nvPicPr>
          <p:cNvPr id="63" name="t015_bullet_marker" descr="t015_bullet_marker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857375" y="3536156"/>
            <a:ext cx="77390" cy="77390"/>
          </a:xfrm>
          <a:prstGeom prst="rect">
            <a:avLst/>
          </a:prstGeom>
        </p:spPr>
      </p:pic>
      <p:pic>
        <p:nvPicPr>
          <p:cNvPr id="64" name="t022_bullet_marker" descr="t022_bullet_marker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709546" y="3720703"/>
            <a:ext cx="77390" cy="77390"/>
          </a:xfrm>
          <a:prstGeom prst="rect">
            <a:avLst/>
          </a:prstGeom>
        </p:spPr>
      </p:pic>
      <p:pic>
        <p:nvPicPr>
          <p:cNvPr id="65" name="t027_bullet_marker" descr="t027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697640" y="4607718"/>
            <a:ext cx="77390" cy="77390"/>
          </a:xfrm>
          <a:prstGeom prst="rect">
            <a:avLst/>
          </a:prstGeom>
        </p:spPr>
      </p:pic>
      <p:pic>
        <p:nvPicPr>
          <p:cNvPr id="66" name="t031_bullet_marker" descr="t031_bullet_marker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709546" y="4951666"/>
            <a:ext cx="77390" cy="77390"/>
          </a:xfrm>
          <a:prstGeom prst="rect">
            <a:avLst/>
          </a:prstGeom>
        </p:spPr>
      </p:pic>
      <p:pic>
        <p:nvPicPr>
          <p:cNvPr id="67" name="v044" descr="v044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57249" y="5982890"/>
            <a:ext cx="71437" cy="65484"/>
          </a:xfrm>
          <a:prstGeom prst="rect">
            <a:avLst/>
          </a:prstGeom>
        </p:spPr>
      </p:pic>
      <p:pic>
        <p:nvPicPr>
          <p:cNvPr id="68" name="v041" descr="v041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154906" y="6703218"/>
            <a:ext cx="71437" cy="65484"/>
          </a:xfrm>
          <a:prstGeom prst="rect">
            <a:avLst/>
          </a:prstGeom>
        </p:spPr>
      </p:pic>
      <p:pic>
        <p:nvPicPr>
          <p:cNvPr id="69" name="v042" descr="v042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035968" y="6381749"/>
            <a:ext cx="65484" cy="53578"/>
          </a:xfrm>
          <a:prstGeom prst="rect">
            <a:avLst/>
          </a:prstGeom>
        </p:spPr>
      </p:pic>
      <p:pic>
        <p:nvPicPr>
          <p:cNvPr id="70" name="t032_bullet_marker" descr="t032_bullet_marker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322468" y="5643562"/>
            <a:ext cx="47624" cy="65484"/>
          </a:xfrm>
          <a:prstGeom prst="rect">
            <a:avLst/>
          </a:prstGeom>
        </p:spPr>
      </p:pic>
      <p:pic>
        <p:nvPicPr>
          <p:cNvPr id="71" name="t033_bullet_marker" descr="t033_bullet_marker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322468" y="6304359"/>
            <a:ext cx="47624" cy="65484"/>
          </a:xfrm>
          <a:prstGeom prst="rect">
            <a:avLst/>
          </a:prstGeom>
        </p:spPr>
      </p:pic>
      <p:pic>
        <p:nvPicPr>
          <p:cNvPr id="72" name="v033" descr="v033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126140" y="5078015"/>
            <a:ext cx="65484" cy="29765"/>
          </a:xfrm>
          <a:prstGeom prst="rect">
            <a:avLst/>
          </a:prstGeom>
        </p:spPr>
      </p:pic>
      <p:pic>
        <p:nvPicPr>
          <p:cNvPr id="73" name="v037" descr="v037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2138421" y="6304359"/>
            <a:ext cx="35718" cy="41671"/>
          </a:xfrm>
          <a:prstGeom prst="rect">
            <a:avLst/>
          </a:prstGeom>
        </p:spPr>
      </p:pic>
      <p:pic>
        <p:nvPicPr>
          <p:cNvPr id="74" name="v027" descr="v027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851796" y="4506515"/>
            <a:ext cx="35718" cy="35718"/>
          </a:xfrm>
          <a:prstGeom prst="rect">
            <a:avLst/>
          </a:prstGeom>
        </p:spPr>
      </p:pic>
      <p:pic>
        <p:nvPicPr>
          <p:cNvPr id="75" name="v034" descr="v034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340453" y="5078015"/>
            <a:ext cx="41671" cy="29765"/>
          </a:xfrm>
          <a:prstGeom prst="rect">
            <a:avLst/>
          </a:prstGeom>
        </p:spPr>
      </p:pic>
      <p:pic>
        <p:nvPicPr>
          <p:cNvPr id="76" name="v032" descr="v032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792765" y="5078015"/>
            <a:ext cx="29765" cy="29765"/>
          </a:xfrm>
          <a:prstGeom prst="rect">
            <a:avLst/>
          </a:prstGeom>
        </p:spPr>
      </p:pic>
      <p:sp>
        <p:nvSpPr>
          <p:cNvPr id="77" name="t000"/>
          <p:cNvSpPr txBox="1"/>
          <p:nvPr/>
        </p:nvSpPr>
        <p:spPr>
          <a:xfrm>
            <a:off x="777811" y="207168"/>
            <a:ext cx="3303984" cy="6250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36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核心能力矩阵</a:t>
            </a:r>
            <a:endParaRPr lang="zh-CN" sz="36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8" name="t001"/>
          <p:cNvSpPr txBox="1"/>
          <p:nvPr/>
        </p:nvSpPr>
        <p:spPr>
          <a:xfrm>
            <a:off x="470296" y="857916"/>
            <a:ext cx="3184921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企业级AI 内容生产与导出能力概览</a:t>
            </a:r>
            <a:endParaRPr lang="zh-CN" sz="12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9" name="t002"/>
          <p:cNvSpPr txBox="1"/>
          <p:nvPr/>
        </p:nvSpPr>
        <p:spPr>
          <a:xfrm>
            <a:off x="1865328" y="1583340"/>
            <a:ext cx="1226343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智能内容规划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0" name="t003"/>
          <p:cNvSpPr txBox="1"/>
          <p:nvPr/>
        </p:nvSpPr>
        <p:spPr>
          <a:xfrm>
            <a:off x="9727120" y="1573339"/>
            <a:ext cx="1035843" cy="2738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分层 PPTX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1" name="t004"/>
          <p:cNvSpPr txBox="1"/>
          <p:nvPr/>
        </p:nvSpPr>
        <p:spPr>
          <a:xfrm>
            <a:off x="1989915" y="1944695"/>
            <a:ext cx="1654968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成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style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_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guide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逐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页规划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2" name="t005"/>
          <p:cNvSpPr txBox="1"/>
          <p:nvPr/>
        </p:nvSpPr>
        <p:spPr>
          <a:xfrm>
            <a:off x="6105144" y="1965483"/>
            <a:ext cx="380999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规划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3" name="t006"/>
          <p:cNvSpPr txBox="1"/>
          <p:nvPr/>
        </p:nvSpPr>
        <p:spPr>
          <a:xfrm>
            <a:off x="9860160" y="1956601"/>
            <a:ext cx="1452562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文本、图形、组件分层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导出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4" name="t007"/>
          <p:cNvSpPr txBox="1"/>
          <p:nvPr/>
        </p:nvSpPr>
        <p:spPr>
          <a:xfrm>
            <a:off x="1989915" y="2179272"/>
            <a:ext cx="143470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通过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设计语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法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保证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版式多样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5" name="t009"/>
          <p:cNvSpPr txBox="1"/>
          <p:nvPr/>
        </p:nvSpPr>
        <p:spPr>
          <a:xfrm>
            <a:off x="9860160" y="2179272"/>
            <a:ext cx="1107281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方便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后续编辑与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复用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6" name="t008"/>
          <p:cNvSpPr txBox="1"/>
          <p:nvPr/>
        </p:nvSpPr>
        <p:spPr>
          <a:xfrm>
            <a:off x="5695378" y="2218182"/>
            <a:ext cx="1053703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A8193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需求洞察与方案规划</a:t>
            </a:r>
            <a:endParaRPr lang="zh-CN" sz="800" b="0" i="0" noProof="1" dirty="0">
              <a:solidFill>
                <a:srgbClr val="7A8193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7" name="t011"/>
          <p:cNvSpPr txBox="1"/>
          <p:nvPr/>
        </p:nvSpPr>
        <p:spPr>
          <a:xfrm>
            <a:off x="9794557" y="2895933"/>
            <a:ext cx="1476375" cy="267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Web 创作工作区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8" name="t010"/>
          <p:cNvSpPr txBox="1"/>
          <p:nvPr/>
        </p:nvSpPr>
        <p:spPr>
          <a:xfrm>
            <a:off x="1865328" y="2921650"/>
            <a:ext cx="1398984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两阶段图像生成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9" name="t013"/>
          <p:cNvSpPr txBox="1"/>
          <p:nvPr/>
        </p:nvSpPr>
        <p:spPr>
          <a:xfrm>
            <a:off x="5377005" y="3221545"/>
            <a:ext cx="1381124" cy="267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500" b="1" i="0" noProof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核心能力矩阵</a:t>
            </a:r>
            <a:endParaRPr lang="zh-CN" sz="1500" b="1" i="0" noProof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0" name="t014"/>
          <p:cNvSpPr txBox="1"/>
          <p:nvPr/>
        </p:nvSpPr>
        <p:spPr>
          <a:xfrm>
            <a:off x="9856660" y="3270146"/>
            <a:ext cx="120253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2697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浏览器内的可视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化创作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1" name="t012"/>
          <p:cNvSpPr txBox="1"/>
          <p:nvPr/>
        </p:nvSpPr>
        <p:spPr>
          <a:xfrm>
            <a:off x="1992296" y="3270146"/>
            <a:ext cx="1398984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原稿图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与元</a:t>
            </a:r>
            <a:r>
              <a:rPr lang="zh-CN" sz="800" b="0" i="0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素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图两</a:t>
            </a:r>
            <a:r>
              <a:rPr lang="zh-CN" sz="800" b="0" i="0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阶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段生</a:t>
            </a:r>
            <a:r>
              <a:rPr lang="zh-CN" sz="800" b="0" i="0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成</a:t>
            </a:r>
            <a:endParaRPr lang="zh-CN" sz="800" b="0" i="0" noProof="1" dirty="0">
              <a:solidFill>
                <a:srgbClr val="656E81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2" name="t016"/>
          <p:cNvSpPr txBox="1"/>
          <p:nvPr/>
        </p:nvSpPr>
        <p:spPr>
          <a:xfrm>
            <a:off x="9856660" y="3461051"/>
            <a:ext cx="108942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16A7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拖拽编辑，灵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活布</a:t>
            </a:r>
            <a:r>
              <a:rPr lang="zh-CN" sz="800" b="0" i="0" noProof="1" dirty="0">
                <a:solidFill>
                  <a:srgbClr val="616A7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局</a:t>
            </a:r>
            <a:endParaRPr lang="zh-CN" sz="800" b="0" i="0" noProof="1" dirty="0">
              <a:solidFill>
                <a:srgbClr val="616A7B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3" name="t015"/>
          <p:cNvSpPr txBox="1"/>
          <p:nvPr/>
        </p:nvSpPr>
        <p:spPr>
          <a:xfrm>
            <a:off x="1992296" y="3478053"/>
            <a:ext cx="952499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兼顾视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觉一致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性和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4" name="t017"/>
          <p:cNvSpPr txBox="1"/>
          <p:nvPr/>
        </p:nvSpPr>
        <p:spPr>
          <a:xfrm>
            <a:off x="4577667" y="3554444"/>
            <a:ext cx="60721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828A9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质量治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理与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5" name="t019"/>
          <p:cNvSpPr txBox="1"/>
          <p:nvPr/>
        </p:nvSpPr>
        <p:spPr>
          <a:xfrm>
            <a:off x="7012400" y="3560397"/>
            <a:ext cx="892968" cy="125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787F94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内容生成与</a:t>
            </a: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优化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6" name="t018"/>
          <p:cNvSpPr txBox="1"/>
          <p:nvPr/>
        </p:nvSpPr>
        <p:spPr>
          <a:xfrm>
            <a:off x="5433536" y="3568065"/>
            <a:ext cx="130373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规划一生成一导出一治理</a:t>
            </a:r>
            <a:endParaRPr lang="zh-CN" sz="800" b="0" i="0" noProof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7" name="t020"/>
          <p:cNvSpPr txBox="1"/>
          <p:nvPr/>
        </p:nvSpPr>
        <p:spPr>
          <a:xfrm>
            <a:off x="2004964" y="3663172"/>
            <a:ext cx="613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36B7F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可编辑导出</a:t>
            </a:r>
            <a:endParaRPr lang="zh-CN" sz="800" b="0" i="0" noProof="1" dirty="0">
              <a:solidFill>
                <a:srgbClr val="636B7F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8" name="t022"/>
          <p:cNvSpPr txBox="1"/>
          <p:nvPr/>
        </p:nvSpPr>
        <p:spPr>
          <a:xfrm>
            <a:off x="9860803" y="3669125"/>
            <a:ext cx="119657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即时预览，所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见即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所得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9" name="t021"/>
          <p:cNvSpPr txBox="1"/>
          <p:nvPr/>
        </p:nvSpPr>
        <p:spPr>
          <a:xfrm>
            <a:off x="4606147" y="3683793"/>
            <a:ext cx="494109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7A8194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版本管理</a:t>
            </a:r>
            <a:endParaRPr lang="zh-CN" sz="800" b="0" i="0" spc="-160" noProof="1" dirty="0">
              <a:solidFill>
                <a:srgbClr val="7A8194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0" name="t023"/>
          <p:cNvSpPr txBox="1"/>
          <p:nvPr/>
        </p:nvSpPr>
        <p:spPr>
          <a:xfrm>
            <a:off x="5811154" y="3742467"/>
            <a:ext cx="589359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闭环驱动</a:t>
            </a:r>
            <a:endParaRPr lang="zh-CN" sz="900" b="1" i="0" noProof="1" dirty="0">
              <a:solidFill>
                <a:srgbClr val="FFFFF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1" name="t024"/>
          <p:cNvSpPr txBox="1"/>
          <p:nvPr/>
        </p:nvSpPr>
        <p:spPr>
          <a:xfrm>
            <a:off x="9712452" y="4227671"/>
            <a:ext cx="1166812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可靠任务引擎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2" name="t025"/>
          <p:cNvSpPr txBox="1"/>
          <p:nvPr/>
        </p:nvSpPr>
        <p:spPr>
          <a:xfrm>
            <a:off x="1873043" y="4320540"/>
            <a:ext cx="1214437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双轮闭环导出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3" name="t027"/>
          <p:cNvSpPr txBox="1"/>
          <p:nvPr/>
        </p:nvSpPr>
        <p:spPr>
          <a:xfrm>
            <a:off x="9832324" y="4558998"/>
            <a:ext cx="1279921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A7485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任务调度，稳定高效执行</a:t>
            </a:r>
            <a:endParaRPr lang="zh-CN" sz="800" b="0" i="0" noProof="1" dirty="0">
              <a:solidFill>
                <a:srgbClr val="6A7485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4" name="t026"/>
          <p:cNvSpPr txBox="1"/>
          <p:nvPr/>
        </p:nvSpPr>
        <p:spPr>
          <a:xfrm>
            <a:off x="5623321" y="4592383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多形态导出与回流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5" name="t028"/>
          <p:cNvSpPr txBox="1"/>
          <p:nvPr/>
        </p:nvSpPr>
        <p:spPr>
          <a:xfrm>
            <a:off x="2016442" y="4682156"/>
            <a:ext cx="1506140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PPTX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Web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预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览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/在线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创作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6" name="t029"/>
          <p:cNvSpPr txBox="1"/>
          <p:nvPr/>
        </p:nvSpPr>
        <p:spPr>
          <a:xfrm>
            <a:off x="9834872" y="4739116"/>
            <a:ext cx="1404937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支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持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断点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续跑、单页重生成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7" name="t030"/>
          <p:cNvSpPr txBox="1"/>
          <p:nvPr/>
        </p:nvSpPr>
        <p:spPr>
          <a:xfrm>
            <a:off x="2016442" y="4907018"/>
            <a:ext cx="1262062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双向闭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环，导出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与回流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8" name="t031"/>
          <p:cNvSpPr txBox="1"/>
          <p:nvPr/>
        </p:nvSpPr>
        <p:spPr>
          <a:xfrm>
            <a:off x="9834872" y="4912971"/>
            <a:ext cx="132159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版本管理与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SSE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进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度推送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9" name="t032"/>
          <p:cNvSpPr txBox="1"/>
          <p:nvPr/>
        </p:nvSpPr>
        <p:spPr>
          <a:xfrm>
            <a:off x="8603884" y="5506021"/>
            <a:ext cx="1017984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可靠性提示</a:t>
            </a:r>
            <a:endParaRPr lang="zh-CN" sz="1300" b="1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0" name="t034"/>
          <p:cNvSpPr txBox="1"/>
          <p:nvPr/>
        </p:nvSpPr>
        <p:spPr>
          <a:xfrm>
            <a:off x="9298400" y="6192750"/>
            <a:ext cx="613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单页重生成</a:t>
            </a:r>
            <a:endParaRPr lang="zh-CN" sz="800" b="0" i="0" noProof="1" dirty="0">
              <a:solidFill>
                <a:srgbClr val="222222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1" name="t035"/>
          <p:cNvSpPr txBox="1"/>
          <p:nvPr/>
        </p:nvSpPr>
        <p:spPr>
          <a:xfrm>
            <a:off x="10133171" y="6192750"/>
            <a:ext cx="613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版本可追溯</a:t>
            </a:r>
            <a:endParaRPr lang="zh-CN" sz="800" b="0" i="0" noProof="1" dirty="0">
              <a:solidFill>
                <a:srgbClr val="222222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2" name="t033"/>
          <p:cNvSpPr txBox="1"/>
          <p:nvPr/>
        </p:nvSpPr>
        <p:spPr>
          <a:xfrm>
            <a:off x="8535447" y="6192750"/>
            <a:ext cx="500062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断点续跑</a:t>
            </a:r>
            <a:endParaRPr lang="zh-CN" sz="800" b="0" i="0" noProof="1" dirty="0">
              <a:solidFill>
                <a:srgbClr val="222222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3" name="t036"/>
          <p:cNvSpPr txBox="1"/>
          <p:nvPr/>
        </p:nvSpPr>
        <p:spPr>
          <a:xfrm>
            <a:off x="11080527" y="6192750"/>
            <a:ext cx="73818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SSE </a:t>
            </a:r>
            <a:r>
              <a:rPr lang="zh-CN" sz="800" b="0" i="0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实时进度</a:t>
            </a:r>
            <a:endParaRPr lang="zh-CN" sz="800" b="0" i="0" noProof="1" dirty="0">
              <a:solidFill>
                <a:srgbClr val="222222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v000" descr="v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v028" descr="v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v010" descr="v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71" y="1023937"/>
            <a:ext cx="11364515" cy="3970734"/>
          </a:xfrm>
          <a:prstGeom prst="rect">
            <a:avLst/>
          </a:prstGeom>
        </p:spPr>
      </p:pic>
      <p:pic>
        <p:nvPicPr>
          <p:cNvPr id="5" name="v011" descr="v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5" y="1494234"/>
            <a:ext cx="2357437" cy="3375421"/>
          </a:xfrm>
          <a:prstGeom prst="rect">
            <a:avLst/>
          </a:prstGeom>
        </p:spPr>
      </p:pic>
      <p:pic>
        <p:nvPicPr>
          <p:cNvPr id="6" name="v025" descr="v0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062" y="5286375"/>
            <a:ext cx="8340328" cy="827484"/>
          </a:xfrm>
          <a:prstGeom prst="rect">
            <a:avLst/>
          </a:prstGeom>
        </p:spPr>
      </p:pic>
      <p:pic>
        <p:nvPicPr>
          <p:cNvPr id="7" name="v015" descr="v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6437" y="2268140"/>
            <a:ext cx="1518046" cy="1017984"/>
          </a:xfrm>
          <a:prstGeom prst="rect">
            <a:avLst/>
          </a:prstGeom>
        </p:spPr>
      </p:pic>
      <p:pic>
        <p:nvPicPr>
          <p:cNvPr id="8" name="v014" descr="v0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4046" y="2268140"/>
            <a:ext cx="1458515" cy="1000125"/>
          </a:xfrm>
          <a:prstGeom prst="rect">
            <a:avLst/>
          </a:prstGeom>
        </p:spPr>
      </p:pic>
      <p:pic>
        <p:nvPicPr>
          <p:cNvPr id="9" name="v042" descr="v04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499" y="2690812"/>
            <a:ext cx="1214437" cy="1107281"/>
          </a:xfrm>
          <a:prstGeom prst="rect">
            <a:avLst/>
          </a:prstGeom>
        </p:spPr>
      </p:pic>
      <p:pic>
        <p:nvPicPr>
          <p:cNvPr id="10" name="v037" descr="v03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4890" y="1833562"/>
            <a:ext cx="714374" cy="970359"/>
          </a:xfrm>
          <a:prstGeom prst="rect">
            <a:avLst/>
          </a:prstGeom>
        </p:spPr>
      </p:pic>
      <p:pic>
        <p:nvPicPr>
          <p:cNvPr id="11" name="v038" descr="v0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9359" y="1905000"/>
            <a:ext cx="631031" cy="898921"/>
          </a:xfrm>
          <a:prstGeom prst="rect">
            <a:avLst/>
          </a:prstGeom>
        </p:spPr>
      </p:pic>
      <p:pic>
        <p:nvPicPr>
          <p:cNvPr id="12" name="v004" descr="v00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4296" y="184546"/>
            <a:ext cx="1619250" cy="303609"/>
          </a:xfrm>
          <a:prstGeom prst="rect">
            <a:avLst/>
          </a:prstGeom>
        </p:spPr>
      </p:pic>
      <p:pic>
        <p:nvPicPr>
          <p:cNvPr id="13" name="v017" descr="v01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4828" y="2422921"/>
            <a:ext cx="631031" cy="750093"/>
          </a:xfrm>
          <a:prstGeom prst="rect">
            <a:avLst/>
          </a:prstGeom>
        </p:spPr>
      </p:pic>
      <p:pic>
        <p:nvPicPr>
          <p:cNvPr id="14" name="v049" descr="v04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50140" y="3446859"/>
            <a:ext cx="607218" cy="720328"/>
          </a:xfrm>
          <a:prstGeom prst="rect">
            <a:avLst/>
          </a:prstGeom>
        </p:spPr>
      </p:pic>
      <p:pic>
        <p:nvPicPr>
          <p:cNvPr id="15" name="v059" descr="v05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2390" y="5381624"/>
            <a:ext cx="625078" cy="619124"/>
          </a:xfrm>
          <a:prstGeom prst="rect">
            <a:avLst/>
          </a:prstGeom>
        </p:spPr>
      </p:pic>
      <p:pic>
        <p:nvPicPr>
          <p:cNvPr id="16" name="v029" descr="v02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5328" y="375046"/>
            <a:ext cx="946546" cy="321468"/>
          </a:xfrm>
          <a:prstGeom prst="rect">
            <a:avLst/>
          </a:prstGeom>
        </p:spPr>
      </p:pic>
      <p:pic>
        <p:nvPicPr>
          <p:cNvPr id="17" name="v003" descr="v00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46656" y="220265"/>
            <a:ext cx="488156" cy="583406"/>
          </a:xfrm>
          <a:prstGeom prst="rect">
            <a:avLst/>
          </a:prstGeom>
        </p:spPr>
      </p:pic>
      <p:pic>
        <p:nvPicPr>
          <p:cNvPr id="18" name="v057" descr="v05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6546" y="5381624"/>
            <a:ext cx="494109" cy="571500"/>
          </a:xfrm>
          <a:prstGeom prst="rect">
            <a:avLst/>
          </a:prstGeom>
        </p:spPr>
      </p:pic>
      <p:pic>
        <p:nvPicPr>
          <p:cNvPr id="19" name="v058" descr="v05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92640" y="5387578"/>
            <a:ext cx="500062" cy="529828"/>
          </a:xfrm>
          <a:prstGeom prst="rect">
            <a:avLst/>
          </a:prstGeom>
        </p:spPr>
      </p:pic>
      <p:pic>
        <p:nvPicPr>
          <p:cNvPr id="20" name="v053" descr="v05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328" y="3905250"/>
            <a:ext cx="488156" cy="529828"/>
          </a:xfrm>
          <a:prstGeom prst="rect">
            <a:avLst/>
          </a:prstGeom>
        </p:spPr>
      </p:pic>
      <p:pic>
        <p:nvPicPr>
          <p:cNvPr id="21" name="v039" descr="v03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374" y="2357437"/>
            <a:ext cx="494109" cy="517921"/>
          </a:xfrm>
          <a:prstGeom prst="rect">
            <a:avLst/>
          </a:prstGeom>
        </p:spPr>
      </p:pic>
      <p:pic>
        <p:nvPicPr>
          <p:cNvPr id="22" name="v033" descr="v03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6281" y="1571625"/>
            <a:ext cx="464343" cy="529828"/>
          </a:xfrm>
          <a:prstGeom prst="rect">
            <a:avLst/>
          </a:prstGeom>
        </p:spPr>
      </p:pic>
      <p:pic>
        <p:nvPicPr>
          <p:cNvPr id="23" name="v048" descr="v04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999" y="3131343"/>
            <a:ext cx="404812" cy="535781"/>
          </a:xfrm>
          <a:prstGeom prst="rect">
            <a:avLst/>
          </a:prstGeom>
        </p:spPr>
      </p:pic>
      <p:pic>
        <p:nvPicPr>
          <p:cNvPr id="24" name="v035" descr="v03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09999" y="1601390"/>
            <a:ext cx="595312" cy="321468"/>
          </a:xfrm>
          <a:prstGeom prst="rect">
            <a:avLst/>
          </a:prstGeom>
        </p:spPr>
      </p:pic>
      <p:pic>
        <p:nvPicPr>
          <p:cNvPr id="25" name="v040" descr="v04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84468" y="2428875"/>
            <a:ext cx="434578" cy="434578"/>
          </a:xfrm>
          <a:prstGeom prst="rect">
            <a:avLst/>
          </a:prstGeom>
        </p:spPr>
      </p:pic>
      <p:pic>
        <p:nvPicPr>
          <p:cNvPr id="26" name="v052" descr="v05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11765" y="3726656"/>
            <a:ext cx="446484" cy="416718"/>
          </a:xfrm>
          <a:prstGeom prst="rect">
            <a:avLst/>
          </a:prstGeom>
        </p:spPr>
      </p:pic>
      <p:pic>
        <p:nvPicPr>
          <p:cNvPr id="27" name="v036" descr="v036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44765" y="1601390"/>
            <a:ext cx="577453" cy="321468"/>
          </a:xfrm>
          <a:prstGeom prst="rect">
            <a:avLst/>
          </a:prstGeom>
        </p:spPr>
      </p:pic>
      <p:pic>
        <p:nvPicPr>
          <p:cNvPr id="28" name="v030" descr="v030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3874" y="1089421"/>
            <a:ext cx="458390" cy="363140"/>
          </a:xfrm>
          <a:prstGeom prst="rect">
            <a:avLst/>
          </a:prstGeom>
        </p:spPr>
      </p:pic>
      <p:pic>
        <p:nvPicPr>
          <p:cNvPr id="29" name="v031" descr="v031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38562" y="1089421"/>
            <a:ext cx="458390" cy="363140"/>
          </a:xfrm>
          <a:prstGeom prst="rect">
            <a:avLst/>
          </a:prstGeom>
        </p:spPr>
      </p:pic>
      <p:pic>
        <p:nvPicPr>
          <p:cNvPr id="30" name="v032" descr="v032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70031" y="1089421"/>
            <a:ext cx="458390" cy="363140"/>
          </a:xfrm>
          <a:prstGeom prst="rect">
            <a:avLst/>
          </a:prstGeom>
        </p:spPr>
      </p:pic>
      <p:pic>
        <p:nvPicPr>
          <p:cNvPr id="31" name="v034" descr="v034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941593" y="1577578"/>
            <a:ext cx="410765" cy="398859"/>
          </a:xfrm>
          <a:prstGeom prst="rect">
            <a:avLst/>
          </a:prstGeom>
        </p:spPr>
      </p:pic>
      <p:pic>
        <p:nvPicPr>
          <p:cNvPr id="32" name="v043" descr="v04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72749" y="2899171"/>
            <a:ext cx="392906" cy="398859"/>
          </a:xfrm>
          <a:prstGeom prst="rect">
            <a:avLst/>
          </a:prstGeom>
        </p:spPr>
      </p:pic>
      <p:pic>
        <p:nvPicPr>
          <p:cNvPr id="33" name="v055" descr="v055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07718" y="4452937"/>
            <a:ext cx="351234" cy="410765"/>
          </a:xfrm>
          <a:prstGeom prst="rect">
            <a:avLst/>
          </a:prstGeom>
        </p:spPr>
      </p:pic>
      <p:pic>
        <p:nvPicPr>
          <p:cNvPr id="34" name="v060" descr="v060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50406" y="5435203"/>
            <a:ext cx="464343" cy="303609"/>
          </a:xfrm>
          <a:prstGeom prst="rect">
            <a:avLst/>
          </a:prstGeom>
        </p:spPr>
      </p:pic>
      <p:pic>
        <p:nvPicPr>
          <p:cNvPr id="35" name="v054" descr="v05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89218" y="4060031"/>
            <a:ext cx="369093" cy="375046"/>
          </a:xfrm>
          <a:prstGeom prst="rect">
            <a:avLst/>
          </a:prstGeom>
        </p:spPr>
      </p:pic>
      <p:pic>
        <p:nvPicPr>
          <p:cNvPr id="36" name="v026" descr="v026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29828" y="5351859"/>
            <a:ext cx="416718" cy="285750"/>
          </a:xfrm>
          <a:prstGeom prst="rect">
            <a:avLst/>
          </a:prstGeom>
        </p:spPr>
      </p:pic>
      <p:pic>
        <p:nvPicPr>
          <p:cNvPr id="37" name="v050" descr="v050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15953" y="3488531"/>
            <a:ext cx="321468" cy="363140"/>
          </a:xfrm>
          <a:prstGeom prst="rect">
            <a:avLst/>
          </a:prstGeom>
        </p:spPr>
      </p:pic>
      <p:pic>
        <p:nvPicPr>
          <p:cNvPr id="38" name="v061" descr="v06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149953" y="5536406"/>
            <a:ext cx="363140" cy="315515"/>
          </a:xfrm>
          <a:prstGeom prst="rect">
            <a:avLst/>
          </a:prstGeom>
        </p:spPr>
      </p:pic>
      <p:pic>
        <p:nvPicPr>
          <p:cNvPr id="39" name="v041" descr="v041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51859" y="2553890"/>
            <a:ext cx="357187" cy="315515"/>
          </a:xfrm>
          <a:prstGeom prst="rect">
            <a:avLst/>
          </a:prstGeom>
        </p:spPr>
      </p:pic>
      <p:pic>
        <p:nvPicPr>
          <p:cNvPr id="40" name="v009" descr="v009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572500" y="464343"/>
            <a:ext cx="690562" cy="154781"/>
          </a:xfrm>
          <a:prstGeom prst="rect">
            <a:avLst/>
          </a:prstGeom>
        </p:spPr>
      </p:pic>
      <p:pic>
        <p:nvPicPr>
          <p:cNvPr id="41" name="v062" descr="v062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50406" y="5732859"/>
            <a:ext cx="464343" cy="202406"/>
          </a:xfrm>
          <a:prstGeom prst="rect">
            <a:avLst/>
          </a:prstGeom>
        </p:spPr>
      </p:pic>
      <p:pic>
        <p:nvPicPr>
          <p:cNvPr id="42" name="v023" descr="v023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239250" y="3190875"/>
            <a:ext cx="184546" cy="494109"/>
          </a:xfrm>
          <a:prstGeom prst="rect">
            <a:avLst/>
          </a:prstGeom>
        </p:spPr>
      </p:pic>
      <p:pic>
        <p:nvPicPr>
          <p:cNvPr id="43" name="v056" descr="v056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59328" y="4613671"/>
            <a:ext cx="291703" cy="273843"/>
          </a:xfrm>
          <a:prstGeom prst="rect">
            <a:avLst/>
          </a:prstGeom>
        </p:spPr>
      </p:pic>
      <p:pic>
        <p:nvPicPr>
          <p:cNvPr id="44" name="v051" descr="v05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98343" y="3488531"/>
            <a:ext cx="351234" cy="220265"/>
          </a:xfrm>
          <a:prstGeom prst="rect">
            <a:avLst/>
          </a:prstGeom>
        </p:spPr>
      </p:pic>
      <p:pic>
        <p:nvPicPr>
          <p:cNvPr id="45" name="v019" descr="v019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851796" y="2607468"/>
            <a:ext cx="327421" cy="202406"/>
          </a:xfrm>
          <a:prstGeom prst="rect">
            <a:avLst/>
          </a:prstGeom>
        </p:spPr>
      </p:pic>
      <p:pic>
        <p:nvPicPr>
          <p:cNvPr id="46" name="v024" descr="v02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156031" y="3327796"/>
            <a:ext cx="160734" cy="404812"/>
          </a:xfrm>
          <a:prstGeom prst="rect">
            <a:avLst/>
          </a:prstGeom>
        </p:spPr>
      </p:pic>
      <p:pic>
        <p:nvPicPr>
          <p:cNvPr id="47" name="v046" descr="v046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38874" y="2952750"/>
            <a:ext cx="309562" cy="208359"/>
          </a:xfrm>
          <a:prstGeom prst="rect">
            <a:avLst/>
          </a:prstGeom>
        </p:spPr>
      </p:pic>
      <p:pic>
        <p:nvPicPr>
          <p:cNvPr id="48" name="v022" descr="v022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11578" y="2982515"/>
            <a:ext cx="309562" cy="184546"/>
          </a:xfrm>
          <a:prstGeom prst="rect">
            <a:avLst/>
          </a:prstGeom>
        </p:spPr>
      </p:pic>
      <p:pic>
        <p:nvPicPr>
          <p:cNvPr id="49" name="v020" descr="v020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917531" y="2631281"/>
            <a:ext cx="279796" cy="178593"/>
          </a:xfrm>
          <a:prstGeom prst="rect">
            <a:avLst/>
          </a:prstGeom>
        </p:spPr>
      </p:pic>
      <p:pic>
        <p:nvPicPr>
          <p:cNvPr id="50" name="v007" descr="v007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477624" y="410765"/>
            <a:ext cx="238124" cy="190499"/>
          </a:xfrm>
          <a:prstGeom prst="rect">
            <a:avLst/>
          </a:prstGeom>
        </p:spPr>
      </p:pic>
      <p:pic>
        <p:nvPicPr>
          <p:cNvPr id="51" name="v021" descr="v021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851796" y="2827734"/>
            <a:ext cx="291703" cy="136921"/>
          </a:xfrm>
          <a:prstGeom prst="rect">
            <a:avLst/>
          </a:prstGeom>
        </p:spPr>
      </p:pic>
      <p:pic>
        <p:nvPicPr>
          <p:cNvPr id="52" name="v045" descr="v045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869781" y="2958703"/>
            <a:ext cx="196453" cy="202406"/>
          </a:xfrm>
          <a:prstGeom prst="rect">
            <a:avLst/>
          </a:prstGeom>
        </p:spPr>
      </p:pic>
      <p:pic>
        <p:nvPicPr>
          <p:cNvPr id="53" name="v044" descr="v04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869531" y="2958703"/>
            <a:ext cx="190499" cy="196453"/>
          </a:xfrm>
          <a:prstGeom prst="rect">
            <a:avLst/>
          </a:prstGeom>
        </p:spPr>
      </p:pic>
      <p:pic>
        <p:nvPicPr>
          <p:cNvPr id="54" name="v047" descr="v047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072187" y="2970609"/>
            <a:ext cx="172640" cy="184546"/>
          </a:xfrm>
          <a:prstGeom prst="rect">
            <a:avLst/>
          </a:prstGeom>
        </p:spPr>
      </p:pic>
      <p:pic>
        <p:nvPicPr>
          <p:cNvPr id="55" name="v018" descr="v018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893718" y="2446734"/>
            <a:ext cx="196453" cy="154781"/>
          </a:xfrm>
          <a:prstGeom prst="rect">
            <a:avLst/>
          </a:prstGeom>
        </p:spPr>
      </p:pic>
      <p:pic>
        <p:nvPicPr>
          <p:cNvPr id="56" name="v013" descr="v013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870156" y="3964781"/>
            <a:ext cx="107156" cy="154781"/>
          </a:xfrm>
          <a:prstGeom prst="rect">
            <a:avLst/>
          </a:prstGeom>
        </p:spPr>
      </p:pic>
      <p:pic>
        <p:nvPicPr>
          <p:cNvPr id="57" name="v012" descr="v012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852296" y="1976437"/>
            <a:ext cx="125015" cy="77390"/>
          </a:xfrm>
          <a:prstGeom prst="rect">
            <a:avLst/>
          </a:prstGeom>
        </p:spPr>
      </p:pic>
      <p:pic>
        <p:nvPicPr>
          <p:cNvPr id="58" name="v006" descr="v006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656093" y="613171"/>
            <a:ext cx="77390" cy="71437"/>
          </a:xfrm>
          <a:prstGeom prst="rect">
            <a:avLst/>
          </a:prstGeom>
        </p:spPr>
      </p:pic>
      <p:pic>
        <p:nvPicPr>
          <p:cNvPr id="59" name="v005" descr="v005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007203" y="684609"/>
            <a:ext cx="53578" cy="53578"/>
          </a:xfrm>
          <a:prstGeom prst="rect">
            <a:avLst/>
          </a:prstGeom>
        </p:spPr>
      </p:pic>
      <p:sp>
        <p:nvSpPr>
          <p:cNvPr id="60" name="t000"/>
          <p:cNvSpPr txBox="1"/>
          <p:nvPr/>
        </p:nvSpPr>
        <p:spPr>
          <a:xfrm>
            <a:off x="429672" y="127730"/>
            <a:ext cx="2393156" cy="506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30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生成流水线</a:t>
            </a:r>
            <a:endParaRPr lang="zh-CN" sz="30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1" name="t001"/>
          <p:cNvSpPr txBox="1"/>
          <p:nvPr/>
        </p:nvSpPr>
        <p:spPr>
          <a:xfrm>
            <a:off x="426053" y="702611"/>
            <a:ext cx="3738562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从用户输入到最终分层PPTX的闭环生成与回看校准</a:t>
            </a:r>
            <a:endParaRPr lang="zh-CN" sz="10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2" name="t002"/>
          <p:cNvSpPr txBox="1"/>
          <p:nvPr/>
        </p:nvSpPr>
        <p:spPr>
          <a:xfrm>
            <a:off x="1037939" y="1104709"/>
            <a:ext cx="1416843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输入与规划阶段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3" name="t003"/>
          <p:cNvSpPr txBox="1"/>
          <p:nvPr/>
        </p:nvSpPr>
        <p:spPr>
          <a:xfrm>
            <a:off x="4241434" y="1104709"/>
            <a:ext cx="1893093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图像生成（资产拆分）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4" name="t004"/>
          <p:cNvSpPr txBox="1"/>
          <p:nvPr/>
        </p:nvSpPr>
        <p:spPr>
          <a:xfrm>
            <a:off x="8376046" y="1122568"/>
            <a:ext cx="2190749" cy="2321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导出校准闭环（两轮校准）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5" name="t005"/>
          <p:cNvSpPr txBox="1"/>
          <p:nvPr/>
        </p:nvSpPr>
        <p:spPr>
          <a:xfrm>
            <a:off x="1378600" y="1555480"/>
            <a:ext cx="815578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用户输入长文</a:t>
            </a:r>
            <a:endParaRPr lang="zh-CN" sz="8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6" name="t006"/>
          <p:cNvSpPr txBox="1"/>
          <p:nvPr/>
        </p:nvSpPr>
        <p:spPr>
          <a:xfrm>
            <a:off x="9437655" y="1593770"/>
            <a:ext cx="791765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01 首轮导出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7" name="t007"/>
          <p:cNvSpPr txBox="1"/>
          <p:nvPr/>
        </p:nvSpPr>
        <p:spPr>
          <a:xfrm>
            <a:off x="4430172" y="1649872"/>
            <a:ext cx="589359" cy="202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原稿图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8" name="t008"/>
          <p:cNvSpPr txBox="1"/>
          <p:nvPr/>
        </p:nvSpPr>
        <p:spPr>
          <a:xfrm>
            <a:off x="6344031" y="1649872"/>
            <a:ext cx="589359" cy="202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元素图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9" name="t009"/>
          <p:cNvSpPr txBox="1"/>
          <p:nvPr/>
        </p:nvSpPr>
        <p:spPr>
          <a:xfrm>
            <a:off x="1376076" y="1771388"/>
            <a:ext cx="1387078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98093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提供完整需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求、核</a:t>
            </a:r>
            <a:r>
              <a:rPr lang="zh-CN" sz="800" b="0" i="0" noProof="1" dirty="0">
                <a:solidFill>
                  <a:srgbClr val="798093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心信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息与</a:t>
            </a:r>
            <a:endParaRPr lang="zh-CN" sz="800" b="0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0" name="t010"/>
          <p:cNvSpPr txBox="1"/>
          <p:nvPr/>
        </p:nvSpPr>
        <p:spPr>
          <a:xfrm>
            <a:off x="9411890" y="1771388"/>
            <a:ext cx="101203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C74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生成初版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PPTX文</a:t>
            </a:r>
            <a:r>
              <a:rPr lang="zh-CN" sz="800" b="0" i="0" noProof="1" dirty="0">
                <a:solidFill>
                  <a:srgbClr val="6C74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件</a:t>
            </a:r>
            <a:endParaRPr lang="zh-CN" sz="800" b="0" i="0" noProof="1" dirty="0">
              <a:solidFill>
                <a:srgbClr val="6C748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1" name="t011"/>
          <p:cNvSpPr txBox="1"/>
          <p:nvPr/>
        </p:nvSpPr>
        <p:spPr>
          <a:xfrm>
            <a:off x="1381601" y="1923383"/>
            <a:ext cx="494109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内容</a:t>
            </a:r>
            <a:r>
              <a:rPr lang="zh-CN" sz="800" b="0" i="0" noProof="1" dirty="0">
                <a:solidFill>
                  <a:srgbClr val="707889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要点</a:t>
            </a:r>
            <a:endParaRPr lang="zh-CN" sz="800" b="0" i="0" noProof="1" dirty="0">
              <a:solidFill>
                <a:srgbClr val="707889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2" name="t012"/>
          <p:cNvSpPr txBox="1"/>
          <p:nvPr/>
        </p:nvSpPr>
        <p:spPr>
          <a:xfrm>
            <a:off x="3880770" y="1914048"/>
            <a:ext cx="1303734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166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保留文字用于视觉对齐</a:t>
            </a:r>
            <a:endParaRPr lang="zh-CN" sz="800" b="0" i="0" noProof="1" dirty="0">
              <a:solidFill>
                <a:srgbClr val="6166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3" name="t013"/>
          <p:cNvSpPr txBox="1"/>
          <p:nvPr/>
        </p:nvSpPr>
        <p:spPr>
          <a:xfrm>
            <a:off x="5876448" y="1914048"/>
            <a:ext cx="1172765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5E62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去文字用于背景资产</a:t>
            </a:r>
            <a:endParaRPr lang="zh-CN" sz="800" b="0" i="0" noProof="1" dirty="0">
              <a:solidFill>
                <a:srgbClr val="5E62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4" name="t014"/>
          <p:cNvSpPr txBox="1"/>
          <p:nvPr/>
        </p:nvSpPr>
        <p:spPr>
          <a:xfrm>
            <a:off x="1378600" y="2334863"/>
            <a:ext cx="589359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风格参考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5" name="t015"/>
          <p:cNvSpPr txBox="1"/>
          <p:nvPr/>
        </p:nvSpPr>
        <p:spPr>
          <a:xfrm>
            <a:off x="9562195" y="2419016"/>
            <a:ext cx="88106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PowerPoint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6" name="t016"/>
          <p:cNvSpPr txBox="1"/>
          <p:nvPr/>
        </p:nvSpPr>
        <p:spPr>
          <a:xfrm>
            <a:off x="1342024" y="2540365"/>
            <a:ext cx="1279921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F7687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上传参考图或示例，确定</a:t>
            </a:r>
            <a:endParaRPr lang="zh-CN" sz="800" b="0" i="0" noProof="1" dirty="0">
              <a:solidFill>
                <a:srgbClr val="6F7687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7" name="t017"/>
          <p:cNvSpPr txBox="1"/>
          <p:nvPr/>
        </p:nvSpPr>
        <p:spPr>
          <a:xfrm>
            <a:off x="9712880" y="2536745"/>
            <a:ext cx="666750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真实渲染图</a:t>
            </a:r>
            <a:endParaRPr lang="zh-CN" sz="800" b="1" i="0" noProof="1" dirty="0">
              <a:solidFill>
                <a:srgbClr val="054798"/>
              </a:solidFill>
              <a:latin typeface="Hiragino Sans GB"/>
              <a:ea typeface="Hiragino Sans GB"/>
              <a:cs typeface="Hiragino Sans GB"/>
              <a:sym typeface="Hiragino Sans GB"/>
            </a:endParaRPr>
          </a:p>
        </p:txBody>
      </p:sp>
      <p:sp>
        <p:nvSpPr>
          <p:cNvPr id="78" name="t018"/>
          <p:cNvSpPr txBox="1"/>
          <p:nvPr/>
        </p:nvSpPr>
        <p:spPr>
          <a:xfrm>
            <a:off x="1387554" y="2716768"/>
            <a:ext cx="105370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076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整体风格与视觉方向</a:t>
            </a:r>
            <a:endParaRPr lang="zh-CN" sz="800" b="0" i="0" noProof="1" dirty="0">
              <a:solidFill>
                <a:srgbClr val="70768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9" name="t019"/>
          <p:cNvSpPr txBox="1"/>
          <p:nvPr/>
        </p:nvSpPr>
        <p:spPr>
          <a:xfrm>
            <a:off x="9551574" y="2722721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67D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还原实际显示效果</a:t>
            </a:r>
            <a:endParaRPr lang="zh-CN" sz="800" b="0" i="0" noProof="1" dirty="0">
              <a:solidFill>
                <a:srgbClr val="767D9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80" name="t020"/>
          <p:cNvSpPr txBox="1"/>
          <p:nvPr/>
        </p:nvSpPr>
        <p:spPr>
          <a:xfrm>
            <a:off x="10952368" y="2912078"/>
            <a:ext cx="773906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二轮回看修正</a:t>
            </a:r>
            <a:endParaRPr lang="zh-CN" sz="800" b="1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1" name="t022"/>
          <p:cNvSpPr txBox="1"/>
          <p:nvPr/>
        </p:nvSpPr>
        <p:spPr>
          <a:xfrm>
            <a:off x="10949177" y="3106340"/>
            <a:ext cx="827484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对齐版式与内容</a:t>
            </a:r>
            <a:endParaRPr lang="zh-CN" sz="800" b="0" i="0" noProof="1" dirty="0">
              <a:solidFill>
                <a:srgbClr val="22222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82" name="t021"/>
          <p:cNvSpPr txBox="1"/>
          <p:nvPr/>
        </p:nvSpPr>
        <p:spPr>
          <a:xfrm>
            <a:off x="1384792" y="3122676"/>
            <a:ext cx="648890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内容规划</a:t>
            </a:r>
            <a:endParaRPr lang="zh-CN" sz="10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3" name="t024"/>
          <p:cNvSpPr txBox="1"/>
          <p:nvPr/>
        </p:nvSpPr>
        <p:spPr>
          <a:xfrm>
            <a:off x="8019145" y="3270408"/>
            <a:ext cx="779859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05 再导出校准</a:t>
            </a:r>
            <a:endParaRPr lang="zh-CN" sz="8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84" name="t025"/>
          <p:cNvSpPr txBox="1"/>
          <p:nvPr/>
        </p:nvSpPr>
        <p:spPr>
          <a:xfrm>
            <a:off x="9539668" y="3299126"/>
            <a:ext cx="547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两轮校准</a:t>
            </a:r>
            <a:endParaRPr lang="zh-CN" sz="900" b="1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5" name="t023"/>
          <p:cNvSpPr txBox="1"/>
          <p:nvPr/>
        </p:nvSpPr>
        <p:spPr>
          <a:xfrm>
            <a:off x="1375171" y="3310366"/>
            <a:ext cx="1279921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07685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梳理信息结构，确定页面</a:t>
            </a:r>
            <a:endParaRPr lang="zh-CN" sz="800" b="0" i="0" noProof="1" dirty="0">
              <a:solidFill>
                <a:srgbClr val="707685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86" name="t029"/>
          <p:cNvSpPr txBox="1"/>
          <p:nvPr/>
        </p:nvSpPr>
        <p:spPr>
          <a:xfrm>
            <a:off x="8004476" y="3467647"/>
            <a:ext cx="85724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C73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输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出</a:t>
            </a:r>
            <a:r>
              <a:rPr lang="zh-CN" sz="800" b="0" i="0" noProof="1" dirty="0">
                <a:solidFill>
                  <a:srgbClr val="6C73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优化版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PPTX</a:t>
            </a:r>
            <a:endParaRPr lang="zh-CN" sz="800" b="0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87" name="t030"/>
          <p:cNvSpPr txBox="1"/>
          <p:nvPr/>
        </p:nvSpPr>
        <p:spPr>
          <a:xfrm>
            <a:off x="9518832" y="3470005"/>
            <a:ext cx="589359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闭环优化</a:t>
            </a:r>
            <a:endParaRPr lang="zh-CN" sz="900" b="1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8" name="t026"/>
          <p:cNvSpPr txBox="1"/>
          <p:nvPr/>
        </p:nvSpPr>
        <p:spPr>
          <a:xfrm>
            <a:off x="1375171" y="3481887"/>
            <a:ext cx="827484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579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层级与逻辑框架</a:t>
            </a:r>
            <a:endParaRPr lang="zh-CN" sz="800" b="0" i="0" noProof="1" dirty="0">
              <a:solidFill>
                <a:srgbClr val="75798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89" name="t027"/>
          <p:cNvSpPr txBox="1"/>
          <p:nvPr/>
        </p:nvSpPr>
        <p:spPr>
          <a:xfrm>
            <a:off x="4177045" y="3506962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1758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包含完整文字与标注</a:t>
            </a:r>
            <a:endParaRPr lang="zh-CN" sz="800" b="0" i="0" noProof="1" dirty="0">
              <a:solidFill>
                <a:srgbClr val="71758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0" name="t028"/>
          <p:cNvSpPr txBox="1"/>
          <p:nvPr/>
        </p:nvSpPr>
        <p:spPr>
          <a:xfrm>
            <a:off x="6181439" y="3516106"/>
            <a:ext cx="127992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67C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保留形状、图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标、</a:t>
            </a:r>
            <a:r>
              <a:rPr lang="zh-CN" sz="800" b="0" i="0" noProof="1" dirty="0">
                <a:solidFill>
                  <a:srgbClr val="767C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图表等</a:t>
            </a:r>
            <a:endParaRPr lang="zh-CN" sz="800" b="0" i="0" noProof="1" dirty="0">
              <a:solidFill>
                <a:srgbClr val="767C8E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1" name="t031"/>
          <p:cNvSpPr txBox="1"/>
          <p:nvPr/>
        </p:nvSpPr>
        <p:spPr>
          <a:xfrm>
            <a:off x="4167901" y="3668732"/>
            <a:ext cx="1279921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0737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用于结构对齐与版面参考</a:t>
            </a:r>
            <a:endParaRPr lang="zh-CN" sz="800" b="0" i="0" noProof="1" dirty="0">
              <a:solidFill>
                <a:srgbClr val="70737E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2" name="t032"/>
          <p:cNvSpPr txBox="1"/>
          <p:nvPr/>
        </p:nvSpPr>
        <p:spPr>
          <a:xfrm>
            <a:off x="6190154" y="3668732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77C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可复用为背景资产</a:t>
            </a:r>
            <a:endParaRPr lang="zh-CN" sz="800" b="0" i="0" noProof="1" dirty="0">
              <a:solidFill>
                <a:srgbClr val="777C8B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3" name="t033"/>
          <p:cNvSpPr txBox="1"/>
          <p:nvPr/>
        </p:nvSpPr>
        <p:spPr>
          <a:xfrm>
            <a:off x="1378600" y="3901868"/>
            <a:ext cx="577453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页面设计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4" name="t035"/>
          <p:cNvSpPr txBox="1"/>
          <p:nvPr/>
        </p:nvSpPr>
        <p:spPr>
          <a:xfrm>
            <a:off x="9449561" y="4055506"/>
            <a:ext cx="1154906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文字位置与样式微调</a:t>
            </a:r>
            <a:endParaRPr lang="zh-CN" sz="8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5" name="t034"/>
          <p:cNvSpPr txBox="1"/>
          <p:nvPr/>
        </p:nvSpPr>
        <p:spPr>
          <a:xfrm>
            <a:off x="1384553" y="4098226"/>
            <a:ext cx="138707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B6F7F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完成版式布局、组件选择与</a:t>
            </a:r>
            <a:endParaRPr lang="zh-CN" sz="800" b="0" i="0" noProof="1" dirty="0">
              <a:solidFill>
                <a:srgbClr val="6B6F7F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6" name="t037"/>
          <p:cNvSpPr txBox="1"/>
          <p:nvPr/>
        </p:nvSpPr>
        <p:spPr>
          <a:xfrm>
            <a:off x="9408747" y="4251888"/>
            <a:ext cx="127992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C7186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修正文案排版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与视</a:t>
            </a:r>
            <a:r>
              <a:rPr lang="zh-CN" sz="800" b="0" i="0" noProof="1" dirty="0">
                <a:solidFill>
                  <a:srgbClr val="6C7186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觉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细节</a:t>
            </a:r>
            <a:endParaRPr lang="zh-CN" sz="800" b="0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7" name="t036"/>
          <p:cNvSpPr txBox="1"/>
          <p:nvPr/>
        </p:nvSpPr>
        <p:spPr>
          <a:xfrm>
            <a:off x="1384553" y="4251888"/>
            <a:ext cx="72032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A6F80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视觉规范设计</a:t>
            </a:r>
            <a:endParaRPr lang="zh-CN" sz="800" b="0" i="0" noProof="1" dirty="0">
              <a:solidFill>
                <a:srgbClr val="6A6F80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8" name="t038"/>
          <p:cNvSpPr txBox="1"/>
          <p:nvPr/>
        </p:nvSpPr>
        <p:spPr>
          <a:xfrm>
            <a:off x="5046106" y="4463986"/>
            <a:ext cx="1041796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资产库沉淀与复用</a:t>
            </a:r>
            <a:endParaRPr lang="zh-CN" sz="8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99" name="t039"/>
          <p:cNvSpPr txBox="1"/>
          <p:nvPr/>
        </p:nvSpPr>
        <p:spPr>
          <a:xfrm>
            <a:off x="1140380" y="4603861"/>
            <a:ext cx="1649015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输出：页面设计稿与结构脚本</a:t>
            </a:r>
            <a:endParaRPr lang="zh-CN" sz="800" b="0" i="0" noProof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" name="t041"/>
          <p:cNvSpPr txBox="1"/>
          <p:nvPr/>
        </p:nvSpPr>
        <p:spPr>
          <a:xfrm>
            <a:off x="8305276" y="4618958"/>
            <a:ext cx="2964656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关键校准点：版式对齐、文字位置、样式一致、信息完整</a:t>
            </a:r>
            <a:endParaRPr lang="zh-CN" sz="800" b="0" i="0" noProof="1" dirty="0">
              <a:solidFill>
                <a:srgbClr val="D43E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1" name="t040"/>
          <p:cNvSpPr txBox="1"/>
          <p:nvPr/>
        </p:nvSpPr>
        <p:spPr>
          <a:xfrm>
            <a:off x="5046106" y="4658677"/>
            <a:ext cx="132159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图表</a:t>
            </a: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组件</a:t>
            </a: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背景</a:t>
            </a: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lang="zh-CN" sz="800" b="0" i="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布局</a:t>
            </a:r>
            <a:endParaRPr lang="zh-CN" sz="800" b="0" i="0" noProof="1" dirty="0">
              <a:solidFill>
                <a:srgbClr val="22222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02" name="t042"/>
          <p:cNvSpPr txBox="1"/>
          <p:nvPr/>
        </p:nvSpPr>
        <p:spPr>
          <a:xfrm>
            <a:off x="1006078" y="5327094"/>
            <a:ext cx="1684734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最终分层PPTX交付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3" name="t045"/>
          <p:cNvSpPr txBox="1"/>
          <p:nvPr/>
        </p:nvSpPr>
        <p:spPr>
          <a:xfrm>
            <a:off x="6463712" y="5368956"/>
            <a:ext cx="506015" cy="398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2300" b="1" i="0" spc="-16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Aa</a:t>
            </a:r>
            <a:endParaRPr lang="zh-CN" sz="2300" b="1" i="0" spc="-16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" name="t046"/>
          <p:cNvSpPr txBox="1"/>
          <p:nvPr/>
        </p:nvSpPr>
        <p:spPr>
          <a:xfrm>
            <a:off x="6809898" y="5426130"/>
            <a:ext cx="54768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字体样式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5" name="t043"/>
          <p:cNvSpPr txBox="1"/>
          <p:nvPr/>
        </p:nvSpPr>
        <p:spPr>
          <a:xfrm>
            <a:off x="3766423" y="5410890"/>
            <a:ext cx="648890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可编辑图层</a:t>
            </a:r>
            <a:endParaRPr lang="zh-CN" sz="8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06" name="t044"/>
          <p:cNvSpPr txBox="1"/>
          <p:nvPr/>
        </p:nvSpPr>
        <p:spPr>
          <a:xfrm>
            <a:off x="5294328" y="5417200"/>
            <a:ext cx="52982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组件复用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7" name="t047"/>
          <p:cNvSpPr txBox="1"/>
          <p:nvPr/>
        </p:nvSpPr>
        <p:spPr>
          <a:xfrm>
            <a:off x="8330993" y="5417200"/>
            <a:ext cx="52982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颜色变量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8" name="t048"/>
          <p:cNvSpPr txBox="1"/>
          <p:nvPr/>
        </p:nvSpPr>
        <p:spPr>
          <a:xfrm>
            <a:off x="10290262" y="5401436"/>
            <a:ext cx="1053703" cy="208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最终分层 PPTX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9" name="t049"/>
          <p:cNvSpPr txBox="1"/>
          <p:nvPr/>
        </p:nvSpPr>
        <p:spPr>
          <a:xfrm>
            <a:off x="3755374" y="5639943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形状</a:t>
            </a:r>
            <a:r>
              <a:rPr lang="zh-CN" sz="800" b="0" i="0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lang="zh-CN" sz="800" b="0" i="0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文本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lang="zh-CN" sz="800" b="0" i="0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图表</a:t>
            </a:r>
            <a:endParaRPr lang="zh-CN" sz="800" b="0" i="0" noProof="1" dirty="0">
              <a:solidFill>
                <a:srgbClr val="797D8B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0" name="t050"/>
          <p:cNvSpPr txBox="1"/>
          <p:nvPr/>
        </p:nvSpPr>
        <p:spPr>
          <a:xfrm>
            <a:off x="5291137" y="5639943"/>
            <a:ext cx="1166812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7798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统一组件库，快速复用</a:t>
            </a:r>
            <a:endParaRPr lang="zh-CN" sz="800" b="0" i="0" noProof="1" dirty="0">
              <a:solidFill>
                <a:srgbClr val="77798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1" name="t051"/>
          <p:cNvSpPr txBox="1"/>
          <p:nvPr/>
        </p:nvSpPr>
        <p:spPr>
          <a:xfrm>
            <a:off x="6800754" y="5639943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7F828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字体层级清晰，</a:t>
            </a:r>
            <a:endParaRPr lang="zh-CN" sz="800" b="0" i="0" spc="-160" noProof="1" dirty="0">
              <a:solidFill>
                <a:srgbClr val="7F828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2" name="t052"/>
          <p:cNvSpPr txBox="1"/>
          <p:nvPr/>
        </p:nvSpPr>
        <p:spPr>
          <a:xfrm>
            <a:off x="8327374" y="5639943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68B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主题色与变量管理，</a:t>
            </a:r>
            <a:endParaRPr lang="zh-CN" sz="800" b="0" i="0" noProof="1" dirty="0">
              <a:solidFill>
                <a:srgbClr val="868B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3" name="t054"/>
          <p:cNvSpPr txBox="1"/>
          <p:nvPr/>
        </p:nvSpPr>
        <p:spPr>
          <a:xfrm>
            <a:off x="10290262" y="5661850"/>
            <a:ext cx="928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交付可编辑文件</a:t>
            </a:r>
            <a:endParaRPr lang="zh-CN" sz="8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4" name="t053"/>
          <p:cNvSpPr txBox="1"/>
          <p:nvPr/>
        </p:nvSpPr>
        <p:spPr>
          <a:xfrm>
            <a:off x="1020937" y="5683948"/>
            <a:ext cx="199429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16574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结构清晰、样式统一、可编辑可复用</a:t>
            </a:r>
            <a:endParaRPr lang="zh-CN" sz="800" b="0" i="0" noProof="1" dirty="0">
              <a:solidFill>
                <a:srgbClr val="616574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5" name="t058"/>
          <p:cNvSpPr txBox="1"/>
          <p:nvPr/>
        </p:nvSpPr>
        <p:spPr>
          <a:xfrm>
            <a:off x="8338423" y="5793390"/>
            <a:ext cx="773906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7E82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一键全局替换</a:t>
            </a:r>
            <a:endParaRPr lang="zh-CN" sz="800" b="0" i="0" spc="-160" noProof="1" dirty="0">
              <a:solidFill>
                <a:srgbClr val="7E828E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6" name="t055"/>
          <p:cNvSpPr txBox="1"/>
          <p:nvPr/>
        </p:nvSpPr>
        <p:spPr>
          <a:xfrm>
            <a:off x="3760469" y="5793390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E82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独立图层，随心编辑</a:t>
            </a:r>
            <a:endParaRPr lang="zh-CN" sz="800" b="0" i="0" noProof="1" dirty="0">
              <a:solidFill>
                <a:srgbClr val="7E828E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7" name="t056"/>
          <p:cNvSpPr txBox="1"/>
          <p:nvPr/>
        </p:nvSpPr>
        <p:spPr>
          <a:xfrm>
            <a:off x="5291137" y="5793390"/>
            <a:ext cx="94059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80828C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提升效率与一致性</a:t>
            </a:r>
            <a:endParaRPr lang="zh-CN" sz="800" b="0" i="0" spc="-160" noProof="1" dirty="0">
              <a:solidFill>
                <a:srgbClr val="80828C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8" name="t057"/>
          <p:cNvSpPr txBox="1"/>
          <p:nvPr/>
        </p:nvSpPr>
        <p:spPr>
          <a:xfrm>
            <a:off x="6806707" y="5793390"/>
            <a:ext cx="994171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286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标题</a:t>
            </a:r>
            <a:r>
              <a:rPr lang="zh-CN" sz="800" b="0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lang="zh-CN" sz="800" b="0" i="0" noProof="1" dirty="0">
                <a:solidFill>
                  <a:srgbClr val="8286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正文规范统</a:t>
            </a:r>
            <a:r>
              <a:rPr lang="zh-CN" sz="800" b="0" i="0" noProof="1" dirty="0">
                <a:solidFill>
                  <a:srgbClr val="8286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一</a:t>
            </a:r>
            <a:endParaRPr lang="zh-CN" sz="800" b="0" i="0" noProof="1" dirty="0">
              <a:solidFill>
                <a:srgbClr val="82869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19" name="t059"/>
          <p:cNvSpPr txBox="1"/>
          <p:nvPr/>
        </p:nvSpPr>
        <p:spPr>
          <a:xfrm>
            <a:off x="10290262" y="5835681"/>
            <a:ext cx="94059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支持持续迭代优化</a:t>
            </a:r>
            <a:endParaRPr lang="zh-CN" sz="8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v000" descr="v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v017" descr="v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v002" descr="v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90" y="4941093"/>
            <a:ext cx="2690812" cy="1446609"/>
          </a:xfrm>
          <a:prstGeom prst="rect">
            <a:avLst/>
          </a:prstGeom>
        </p:spPr>
      </p:pic>
      <p:pic>
        <p:nvPicPr>
          <p:cNvPr id="5" name="v001" descr="v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031" y="4947046"/>
            <a:ext cx="2672953" cy="1440656"/>
          </a:xfrm>
          <a:prstGeom prst="rect">
            <a:avLst/>
          </a:prstGeom>
        </p:spPr>
      </p:pic>
      <p:pic>
        <p:nvPicPr>
          <p:cNvPr id="6" name="v011" descr="v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0" y="1518046"/>
            <a:ext cx="452437" cy="1190625"/>
          </a:xfrm>
          <a:prstGeom prst="rect">
            <a:avLst/>
          </a:prstGeom>
        </p:spPr>
      </p:pic>
      <p:pic>
        <p:nvPicPr>
          <p:cNvPr id="7" name="v020" descr="v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156" y="6387703"/>
            <a:ext cx="2744390" cy="125015"/>
          </a:xfrm>
          <a:prstGeom prst="rect">
            <a:avLst/>
          </a:prstGeom>
        </p:spPr>
      </p:pic>
      <p:pic>
        <p:nvPicPr>
          <p:cNvPr id="8" name="v006" descr="v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812" y="351234"/>
            <a:ext cx="523874" cy="535781"/>
          </a:xfrm>
          <a:prstGeom prst="rect">
            <a:avLst/>
          </a:prstGeom>
        </p:spPr>
      </p:pic>
      <p:pic>
        <p:nvPicPr>
          <p:cNvPr id="9" name="v016" descr="v0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0093" y="6655593"/>
            <a:ext cx="1113234" cy="172640"/>
          </a:xfrm>
          <a:prstGeom prst="rect">
            <a:avLst/>
          </a:prstGeom>
        </p:spPr>
      </p:pic>
      <p:pic>
        <p:nvPicPr>
          <p:cNvPr id="10" name="v021" descr="v0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9234" y="2291953"/>
            <a:ext cx="303609" cy="357187"/>
          </a:xfrm>
          <a:prstGeom prst="rect">
            <a:avLst/>
          </a:prstGeom>
        </p:spPr>
      </p:pic>
      <p:pic>
        <p:nvPicPr>
          <p:cNvPr id="11" name="v019" descr="v0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7796" y="4923234"/>
            <a:ext cx="2631281" cy="23812"/>
          </a:xfrm>
          <a:prstGeom prst="rect">
            <a:avLst/>
          </a:prstGeom>
        </p:spPr>
      </p:pic>
      <p:pic>
        <p:nvPicPr>
          <p:cNvPr id="12" name="v018" descr="v01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" y="4923234"/>
            <a:ext cx="2625328" cy="17859"/>
          </a:xfrm>
          <a:prstGeom prst="rect">
            <a:avLst/>
          </a:prstGeom>
        </p:spPr>
      </p:pic>
      <p:pic>
        <p:nvPicPr>
          <p:cNvPr id="13" name="v013" descr="v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2406" y="6351984"/>
            <a:ext cx="369093" cy="113109"/>
          </a:xfrm>
          <a:prstGeom prst="rect">
            <a:avLst/>
          </a:prstGeom>
        </p:spPr>
      </p:pic>
      <p:pic>
        <p:nvPicPr>
          <p:cNvPr id="14" name="v008" descr="v00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5765" y="488156"/>
            <a:ext cx="77390" cy="309562"/>
          </a:xfrm>
          <a:prstGeom prst="rect">
            <a:avLst/>
          </a:prstGeom>
        </p:spPr>
      </p:pic>
      <p:pic>
        <p:nvPicPr>
          <p:cNvPr id="15" name="v009" descr="v00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18031" y="488156"/>
            <a:ext cx="77390" cy="309562"/>
          </a:xfrm>
          <a:prstGeom prst="rect">
            <a:avLst/>
          </a:prstGeom>
        </p:spPr>
      </p:pic>
      <p:pic>
        <p:nvPicPr>
          <p:cNvPr id="16" name="v014" descr="v0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00296" y="6488906"/>
            <a:ext cx="226218" cy="101203"/>
          </a:xfrm>
          <a:prstGeom prst="rect">
            <a:avLst/>
          </a:prstGeom>
        </p:spPr>
      </p:pic>
      <p:pic>
        <p:nvPicPr>
          <p:cNvPr id="17" name="v015" descr="v0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69328" y="6619875"/>
            <a:ext cx="226218" cy="101203"/>
          </a:xfrm>
          <a:prstGeom prst="rect">
            <a:avLst/>
          </a:prstGeom>
        </p:spPr>
      </p:pic>
      <p:pic>
        <p:nvPicPr>
          <p:cNvPr id="18" name="t056_bullet_marker" descr="t056_bullet_mark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1593" y="5715000"/>
            <a:ext cx="53578" cy="160734"/>
          </a:xfrm>
          <a:prstGeom prst="rect">
            <a:avLst/>
          </a:prstGeom>
        </p:spPr>
      </p:pic>
      <p:pic>
        <p:nvPicPr>
          <p:cNvPr id="19" name="t049_bullet_marker" descr="t049_bullet_mark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265" y="5518546"/>
            <a:ext cx="77390" cy="83343"/>
          </a:xfrm>
          <a:prstGeom prst="rect">
            <a:avLst/>
          </a:prstGeom>
        </p:spPr>
      </p:pic>
      <p:pic>
        <p:nvPicPr>
          <p:cNvPr id="20" name="t050_bullet_marker" descr="t050_bullet_mark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40906" y="5518546"/>
            <a:ext cx="77390" cy="83343"/>
          </a:xfrm>
          <a:prstGeom prst="rect">
            <a:avLst/>
          </a:prstGeom>
        </p:spPr>
      </p:pic>
      <p:pic>
        <p:nvPicPr>
          <p:cNvPr id="21" name="t051_bullet_marker" descr="t051_bullet_mark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74593" y="5518546"/>
            <a:ext cx="77390" cy="83343"/>
          </a:xfrm>
          <a:prstGeom prst="rect">
            <a:avLst/>
          </a:prstGeom>
        </p:spPr>
      </p:pic>
      <p:pic>
        <p:nvPicPr>
          <p:cNvPr id="22" name="t052_bullet_marker" descr="t052_bullet_mark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17781" y="5518546"/>
            <a:ext cx="77390" cy="83343"/>
          </a:xfrm>
          <a:prstGeom prst="rect">
            <a:avLst/>
          </a:prstGeom>
        </p:spPr>
      </p:pic>
      <p:pic>
        <p:nvPicPr>
          <p:cNvPr id="23" name="t053_bullet_marker" descr="t053_bullet_mark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1265" y="5756671"/>
            <a:ext cx="77390" cy="83343"/>
          </a:xfrm>
          <a:prstGeom prst="rect">
            <a:avLst/>
          </a:prstGeom>
        </p:spPr>
      </p:pic>
      <p:pic>
        <p:nvPicPr>
          <p:cNvPr id="24" name="t054_bullet_marker" descr="t054_bullet_mark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40906" y="5756671"/>
            <a:ext cx="77390" cy="83343"/>
          </a:xfrm>
          <a:prstGeom prst="rect">
            <a:avLst/>
          </a:prstGeom>
        </p:spPr>
      </p:pic>
      <p:pic>
        <p:nvPicPr>
          <p:cNvPr id="25" name="t055_bullet_marker" descr="t055_bullet_mark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74593" y="5756671"/>
            <a:ext cx="77390" cy="83343"/>
          </a:xfrm>
          <a:prstGeom prst="rect">
            <a:avLst/>
          </a:prstGeom>
        </p:spPr>
      </p:pic>
      <p:pic>
        <p:nvPicPr>
          <p:cNvPr id="26" name="t057_bullet_marker" descr="t057_bullet_marke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1265" y="6000750"/>
            <a:ext cx="77390" cy="83343"/>
          </a:xfrm>
          <a:prstGeom prst="rect">
            <a:avLst/>
          </a:prstGeom>
        </p:spPr>
      </p:pic>
      <p:pic>
        <p:nvPicPr>
          <p:cNvPr id="27" name="t059_bullet_marker" descr="t059_bullet_mark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74593" y="6000750"/>
            <a:ext cx="77390" cy="83343"/>
          </a:xfrm>
          <a:prstGeom prst="rect">
            <a:avLst/>
          </a:prstGeom>
        </p:spPr>
      </p:pic>
      <p:pic>
        <p:nvPicPr>
          <p:cNvPr id="28" name="t060_bullet_marker" descr="t060_bullet_marker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17781" y="6000750"/>
            <a:ext cx="77390" cy="83343"/>
          </a:xfrm>
          <a:prstGeom prst="rect">
            <a:avLst/>
          </a:prstGeom>
        </p:spPr>
      </p:pic>
      <p:pic>
        <p:nvPicPr>
          <p:cNvPr id="29" name="t012_bullet_marker" descr="t012_bullet_marker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994296" y="2196703"/>
            <a:ext cx="89296" cy="65484"/>
          </a:xfrm>
          <a:prstGeom prst="rect">
            <a:avLst/>
          </a:prstGeom>
        </p:spPr>
      </p:pic>
      <p:pic>
        <p:nvPicPr>
          <p:cNvPr id="30" name="t006_bullet_marker" descr="t006_bullet_marker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75234" y="1327546"/>
            <a:ext cx="77390" cy="71437"/>
          </a:xfrm>
          <a:prstGeom prst="rect">
            <a:avLst/>
          </a:prstGeom>
        </p:spPr>
      </p:pic>
      <p:sp>
        <p:nvSpPr>
          <p:cNvPr id="31" name="t000"/>
          <p:cNvSpPr txBox="1"/>
          <p:nvPr/>
        </p:nvSpPr>
        <p:spPr>
          <a:xfrm>
            <a:off x="629507" y="222265"/>
            <a:ext cx="2946796" cy="547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3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系统架构分层</a:t>
            </a:r>
            <a:endParaRPr lang="zh-CN" sz="3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2" name="t001"/>
          <p:cNvSpPr txBox="1"/>
          <p:nvPr/>
        </p:nvSpPr>
        <p:spPr>
          <a:xfrm>
            <a:off x="3787044" y="383809"/>
            <a:ext cx="4952999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以分层架构视图说明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React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Vite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前端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Flask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API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generation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export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image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t004"/>
          <p:cNvSpPr txBox="1"/>
          <p:nvPr/>
        </p:nvSpPr>
        <p:spPr>
          <a:xfrm>
            <a:off x="11114532" y="532590"/>
            <a:ext cx="887015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可追踪任务流</a:t>
            </a:r>
            <a:endParaRPr lang="zh-CN" sz="10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4" name="t003"/>
          <p:cNvSpPr txBox="1"/>
          <p:nvPr/>
        </p:nvSpPr>
        <p:spPr>
          <a:xfrm>
            <a:off x="10136457" y="538543"/>
            <a:ext cx="744140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企业级治理</a:t>
            </a:r>
            <a:endParaRPr lang="zh-CN" sz="10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5" name="t002"/>
          <p:cNvSpPr txBox="1"/>
          <p:nvPr/>
        </p:nvSpPr>
        <p:spPr>
          <a:xfrm>
            <a:off x="9013650" y="499633"/>
            <a:ext cx="863203" cy="208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AI 生成工作流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6" name="t005"/>
          <p:cNvSpPr txBox="1"/>
          <p:nvPr/>
        </p:nvSpPr>
        <p:spPr>
          <a:xfrm>
            <a:off x="3792997" y="586549"/>
            <a:ext cx="329207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核心模块、integrations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模型接入与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jobs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持久化之间的关系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t006"/>
          <p:cNvSpPr txBox="1"/>
          <p:nvPr/>
        </p:nvSpPr>
        <p:spPr>
          <a:xfrm>
            <a:off x="2278284" y="1328737"/>
            <a:ext cx="773906" cy="267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500" b="1" i="0" spc="-160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前端层</a:t>
            </a:r>
            <a:endParaRPr lang="zh-CN" sz="1500" b="1" i="0" spc="-160" noProof="1" dirty="0">
              <a:solidFill>
                <a:srgbClr val="FFFFF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38" name="t007"/>
          <p:cNvSpPr txBox="1"/>
          <p:nvPr/>
        </p:nvSpPr>
        <p:spPr>
          <a:xfrm>
            <a:off x="3318843" y="1318736"/>
            <a:ext cx="1077515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React / Vite</a:t>
            </a:r>
            <a:endParaRPr lang="zh-CN" sz="11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t009"/>
          <p:cNvSpPr txBox="1"/>
          <p:nvPr/>
        </p:nvSpPr>
        <p:spPr>
          <a:xfrm>
            <a:off x="6989444" y="1368313"/>
            <a:ext cx="666750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PPT S</a:t>
            </a:r>
            <a:r>
              <a:rPr lang="zh-CN" sz="800" b="0" i="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tudio</a:t>
            </a:r>
            <a:endParaRPr lang="zh-CN" sz="800" b="0" i="0" noProof="1" dirty="0">
              <a:solidFill>
                <a:srgbClr val="05479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t008"/>
          <p:cNvSpPr txBox="1"/>
          <p:nvPr/>
        </p:nvSpPr>
        <p:spPr>
          <a:xfrm>
            <a:off x="5488162" y="1355502"/>
            <a:ext cx="79771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Creation</a:t>
            </a:r>
            <a:r>
              <a:rPr lang="zh-CN" sz="800" b="0" i="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Form</a:t>
            </a:r>
            <a:endParaRPr lang="zh-CN" sz="800" b="0" i="0" noProof="1" dirty="0">
              <a:solidFill>
                <a:srgbClr val="05479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t010"/>
          <p:cNvSpPr txBox="1"/>
          <p:nvPr/>
        </p:nvSpPr>
        <p:spPr>
          <a:xfrm>
            <a:off x="8370093" y="1355502"/>
            <a:ext cx="684609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TaskCenter</a:t>
            </a:r>
            <a:endParaRPr lang="zh-CN" sz="800" b="0" i="0" noProof="1" dirty="0">
              <a:solidFill>
                <a:srgbClr val="05479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t011"/>
          <p:cNvSpPr txBox="1"/>
          <p:nvPr/>
        </p:nvSpPr>
        <p:spPr>
          <a:xfrm>
            <a:off x="9812988" y="1365123"/>
            <a:ext cx="678656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</a:t>
            </a:r>
            <a:r>
              <a:rPr lang="zh-CN" sz="8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tC</a:t>
            </a:r>
            <a:r>
              <a:rPr lang="zh-CN" sz="8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hat</a:t>
            </a:r>
            <a:endParaRPr lang="zh-CN" sz="8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3" name="t012"/>
          <p:cNvSpPr txBox="1"/>
          <p:nvPr/>
        </p:nvSpPr>
        <p:spPr>
          <a:xfrm>
            <a:off x="2264044" y="2073449"/>
            <a:ext cx="678656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400" b="1" i="0" spc="-160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接口层</a:t>
            </a:r>
            <a:endParaRPr lang="zh-CN" sz="1400" b="1" i="0" spc="-160" noProof="1" dirty="0">
              <a:solidFill>
                <a:srgbClr val="FFFFF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4" name="t013"/>
          <p:cNvSpPr txBox="1"/>
          <p:nvPr/>
        </p:nvSpPr>
        <p:spPr>
          <a:xfrm>
            <a:off x="3310128" y="2082165"/>
            <a:ext cx="851296" cy="202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Flask API</a:t>
            </a:r>
            <a:endParaRPr lang="zh-CN" sz="12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5" name="t016"/>
          <p:cNvSpPr txBox="1"/>
          <p:nvPr/>
        </p:nvSpPr>
        <p:spPr>
          <a:xfrm>
            <a:off x="9397269" y="2107215"/>
            <a:ext cx="1000125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Pipeline</a:t>
            </a: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执行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6" name="t015"/>
          <p:cNvSpPr txBox="1"/>
          <p:nvPr/>
        </p:nvSpPr>
        <p:spPr>
          <a:xfrm>
            <a:off x="7577994" y="2067877"/>
            <a:ext cx="833437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Service 编排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7" name="t014"/>
          <p:cNvSpPr txBox="1"/>
          <p:nvPr/>
        </p:nvSpPr>
        <p:spPr>
          <a:xfrm>
            <a:off x="5513451" y="2100834"/>
            <a:ext cx="875109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Blueprint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路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由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8" name="t017"/>
          <p:cNvSpPr txBox="1"/>
          <p:nvPr/>
        </p:nvSpPr>
        <p:spPr>
          <a:xfrm>
            <a:off x="523874" y="2776061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从创作入口发起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49" name="t019"/>
          <p:cNvSpPr txBox="1"/>
          <p:nvPr/>
        </p:nvSpPr>
        <p:spPr>
          <a:xfrm>
            <a:off x="10841640" y="2787538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全链路可追踪，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0" name="t018"/>
          <p:cNvSpPr txBox="1"/>
          <p:nvPr/>
        </p:nvSpPr>
        <p:spPr>
          <a:xfrm>
            <a:off x="2173843" y="2826448"/>
            <a:ext cx="952499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1" i="0" spc="-160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核心能力层</a:t>
            </a:r>
            <a:endParaRPr lang="zh-CN" sz="1200" b="1" i="0" spc="-160" noProof="1" dirty="0">
              <a:solidFill>
                <a:srgbClr val="FFFFF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1" name="t021"/>
          <p:cNvSpPr txBox="1"/>
          <p:nvPr/>
        </p:nvSpPr>
        <p:spPr>
          <a:xfrm>
            <a:off x="5490495" y="2849832"/>
            <a:ext cx="660796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</a:t>
            </a: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规划</a:t>
            </a:r>
            <a:endParaRPr lang="zh-CN" sz="11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2" name="t022"/>
          <p:cNvSpPr txBox="1"/>
          <p:nvPr/>
        </p:nvSpPr>
        <p:spPr>
          <a:xfrm>
            <a:off x="7513224" y="2849832"/>
            <a:ext cx="714374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导出</a:t>
            </a:r>
            <a:r>
              <a:rPr lang="zh-CN" sz="1100" b="1" i="0" spc="-16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编排</a:t>
            </a:r>
            <a:endParaRPr lang="zh-CN" sz="1100" b="1" i="0" spc="-16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53" name="t023"/>
          <p:cNvSpPr txBox="1"/>
          <p:nvPr/>
        </p:nvSpPr>
        <p:spPr>
          <a:xfrm>
            <a:off x="9351359" y="2849832"/>
            <a:ext cx="60721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图像处理</a:t>
            </a:r>
            <a:endParaRPr lang="zh-CN" sz="10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4" name="t020"/>
          <p:cNvSpPr txBox="1"/>
          <p:nvPr/>
        </p:nvSpPr>
        <p:spPr>
          <a:xfrm>
            <a:off x="3202162" y="2813256"/>
            <a:ext cx="1815703" cy="202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generation / export / image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5" name="t024"/>
          <p:cNvSpPr txBox="1"/>
          <p:nvPr/>
        </p:nvSpPr>
        <p:spPr>
          <a:xfrm>
            <a:off x="532352" y="2954274"/>
            <a:ext cx="827484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请求，经接口层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6" name="t025"/>
          <p:cNvSpPr txBox="1"/>
          <p:nvPr/>
        </p:nvSpPr>
        <p:spPr>
          <a:xfrm>
            <a:off x="10850356" y="2967132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任务状态与结果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7" name="t026"/>
          <p:cNvSpPr txBox="1"/>
          <p:nvPr/>
        </p:nvSpPr>
        <p:spPr>
          <a:xfrm>
            <a:off x="525303" y="3120151"/>
            <a:ext cx="940593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调度到核心能力，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8" name="t027"/>
          <p:cNvSpPr txBox="1"/>
          <p:nvPr/>
        </p:nvSpPr>
        <p:spPr>
          <a:xfrm>
            <a:off x="10835687" y="3134391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版本化存档，确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59" name="t028"/>
          <p:cNvSpPr txBox="1"/>
          <p:nvPr/>
        </p:nvSpPr>
        <p:spPr>
          <a:xfrm>
            <a:off x="532352" y="3285077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再由模型接入层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0" name="t029"/>
          <p:cNvSpPr txBox="1"/>
          <p:nvPr/>
        </p:nvSpPr>
        <p:spPr>
          <a:xfrm>
            <a:off x="10844403" y="3310794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保可审计与可追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1" name="t030"/>
          <p:cNvSpPr txBox="1"/>
          <p:nvPr/>
        </p:nvSpPr>
        <p:spPr>
          <a:xfrm>
            <a:off x="534447" y="3460099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生成内容并持久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2" name="t031"/>
          <p:cNvSpPr txBox="1"/>
          <p:nvPr/>
        </p:nvSpPr>
        <p:spPr>
          <a:xfrm>
            <a:off x="10847593" y="3492960"/>
            <a:ext cx="32742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溯。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3" name="t033"/>
          <p:cNvSpPr txBox="1"/>
          <p:nvPr/>
        </p:nvSpPr>
        <p:spPr>
          <a:xfrm>
            <a:off x="2173081" y="3568398"/>
            <a:ext cx="952499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1" i="0" spc="-160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模型接入层</a:t>
            </a:r>
            <a:endParaRPr lang="zh-CN" sz="1200" b="1" i="0" spc="-160" noProof="1" dirty="0">
              <a:solidFill>
                <a:srgbClr val="FFFFF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4" name="t035"/>
          <p:cNvSpPr txBox="1"/>
          <p:nvPr/>
        </p:nvSpPr>
        <p:spPr>
          <a:xfrm>
            <a:off x="5493686" y="3595401"/>
            <a:ext cx="714374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模型接入</a:t>
            </a:r>
            <a:endParaRPr lang="zh-CN" sz="11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5" name="t034"/>
          <p:cNvSpPr txBox="1"/>
          <p:nvPr/>
        </p:nvSpPr>
        <p:spPr>
          <a:xfrm>
            <a:off x="3278028" y="3552872"/>
            <a:ext cx="1262062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integrations</a:t>
            </a:r>
            <a:endParaRPr lang="zh-CN" sz="1100" b="1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6" name="t037"/>
          <p:cNvSpPr txBox="1"/>
          <p:nvPr/>
        </p:nvSpPr>
        <p:spPr>
          <a:xfrm>
            <a:off x="8906636" y="3573922"/>
            <a:ext cx="452437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&lt;/&gt;</a:t>
            </a:r>
            <a:endParaRPr lang="zh-CN" sz="11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7" name="t036"/>
          <p:cNvSpPr txBox="1"/>
          <p:nvPr/>
        </p:nvSpPr>
        <p:spPr>
          <a:xfrm>
            <a:off x="7503604" y="3582638"/>
            <a:ext cx="845343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Prompt</a:t>
            </a:r>
            <a:r>
              <a:rPr lang="zh-CN" sz="9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适</a:t>
            </a:r>
            <a:r>
              <a:rPr lang="zh-CN" sz="9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配</a:t>
            </a:r>
            <a:endParaRPr lang="zh-CN" sz="9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68" name="t038"/>
          <p:cNvSpPr txBox="1"/>
          <p:nvPr/>
        </p:nvSpPr>
        <p:spPr>
          <a:xfrm>
            <a:off x="9275492" y="3576256"/>
            <a:ext cx="1053703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K/HTT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 Adapter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9" name="t032"/>
          <p:cNvSpPr txBox="1"/>
          <p:nvPr/>
        </p:nvSpPr>
        <p:spPr>
          <a:xfrm>
            <a:off x="537638" y="3632358"/>
            <a:ext cx="72032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化任务结果。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0" name="t040"/>
          <p:cNvSpPr txBox="1"/>
          <p:nvPr/>
        </p:nvSpPr>
        <p:spPr>
          <a:xfrm>
            <a:off x="3271027" y="4268247"/>
            <a:ext cx="654843" cy="297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700" b="1" i="0" spc="-16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jobs</a:t>
            </a:r>
            <a:endParaRPr lang="zh-CN" sz="1700" b="1" i="0" spc="-160" noProof="1" dirty="0">
              <a:solidFill>
                <a:srgbClr val="05479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t039"/>
          <p:cNvSpPr txBox="1"/>
          <p:nvPr/>
        </p:nvSpPr>
        <p:spPr>
          <a:xfrm>
            <a:off x="2207085" y="4313539"/>
            <a:ext cx="892968" cy="2440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400" b="1" i="0" spc="-160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持久化层</a:t>
            </a:r>
            <a:endParaRPr lang="zh-CN" sz="1400" b="1" i="0" spc="-160" noProof="1" dirty="0">
              <a:solidFill>
                <a:srgbClr val="FFFFF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2" name="t043"/>
          <p:cNvSpPr txBox="1"/>
          <p:nvPr/>
        </p:nvSpPr>
        <p:spPr>
          <a:xfrm>
            <a:off x="8269366" y="4347972"/>
            <a:ext cx="714374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 i="0" spc="-16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重</a:t>
            </a:r>
            <a:r>
              <a:rPr lang="zh-CN" sz="1000" b="1" i="0" spc="-16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试记</a:t>
            </a:r>
            <a:r>
              <a:rPr lang="zh-CN" sz="1000" b="1" i="0" spc="-160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录</a:t>
            </a:r>
            <a:endParaRPr lang="zh-CN" sz="1000" b="1" i="0" spc="-160" noProof="1" dirty="0">
              <a:solidFill>
                <a:srgbClr val="222222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3" name="t041"/>
          <p:cNvSpPr txBox="1"/>
          <p:nvPr/>
        </p:nvSpPr>
        <p:spPr>
          <a:xfrm>
            <a:off x="5467969" y="4363069"/>
            <a:ext cx="714374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任务状态</a:t>
            </a:r>
            <a:endParaRPr lang="zh-CN" sz="11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4" name="t042"/>
          <p:cNvSpPr txBox="1"/>
          <p:nvPr/>
        </p:nvSpPr>
        <p:spPr>
          <a:xfrm>
            <a:off x="6815851" y="4363069"/>
            <a:ext cx="660796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结果存档</a:t>
            </a:r>
            <a:endParaRPr lang="zh-CN" sz="11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5" name="t044"/>
          <p:cNvSpPr txBox="1"/>
          <p:nvPr/>
        </p:nvSpPr>
        <p:spPr>
          <a:xfrm>
            <a:off x="9698640" y="4363069"/>
            <a:ext cx="660796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审</a:t>
            </a:r>
            <a:r>
              <a:rPr lang="zh-CN" sz="1100" b="1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计追踪</a:t>
            </a:r>
            <a:endParaRPr lang="zh-CN" sz="1100" b="1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6" name="t045"/>
          <p:cNvSpPr txBox="1"/>
          <p:nvPr/>
        </p:nvSpPr>
        <p:spPr>
          <a:xfrm>
            <a:off x="1029652" y="5100970"/>
            <a:ext cx="833437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创作入口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7" name="t046"/>
          <p:cNvSpPr txBox="1"/>
          <p:nvPr/>
        </p:nvSpPr>
        <p:spPr>
          <a:xfrm>
            <a:off x="3878437" y="5100970"/>
            <a:ext cx="833437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任务编排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8" name="t047"/>
          <p:cNvSpPr txBox="1"/>
          <p:nvPr/>
        </p:nvSpPr>
        <p:spPr>
          <a:xfrm>
            <a:off x="6653688" y="5062489"/>
            <a:ext cx="833437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核心能力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9" name="t048"/>
          <p:cNvSpPr txBox="1"/>
          <p:nvPr/>
        </p:nvSpPr>
        <p:spPr>
          <a:xfrm>
            <a:off x="9326070" y="5062489"/>
            <a:ext cx="952499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治理与存档</a:t>
            </a:r>
            <a:endParaRPr lang="zh-CN" sz="12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0" name="t049"/>
          <p:cNvSpPr txBox="1"/>
          <p:nvPr/>
        </p:nvSpPr>
        <p:spPr>
          <a:xfrm>
            <a:off x="737854" y="5465683"/>
            <a:ext cx="2131218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多入口创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作方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式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表单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Studio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话）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1" name="t050"/>
          <p:cNvSpPr txBox="1"/>
          <p:nvPr/>
        </p:nvSpPr>
        <p:spPr>
          <a:xfrm>
            <a:off x="3569208" y="5453348"/>
            <a:ext cx="1387078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路由与</a:t>
            </a:r>
            <a:r>
              <a:rPr lang="zh-CN" sz="800" b="0" i="0" noProof="1" dirty="0">
                <a:solidFill>
                  <a:srgbClr val="576173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服务解耦，单一职责</a:t>
            </a:r>
            <a:endParaRPr lang="zh-CN" sz="800" b="0" i="0" noProof="1" dirty="0">
              <a:solidFill>
                <a:srgbClr val="576173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2" name="t051"/>
          <p:cNvSpPr txBox="1"/>
          <p:nvPr/>
        </p:nvSpPr>
        <p:spPr>
          <a:xfrm>
            <a:off x="6409277" y="5453348"/>
            <a:ext cx="1166812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5E6679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内容规划驱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动生成</a:t>
            </a:r>
            <a:r>
              <a:rPr lang="zh-CN" sz="800" b="0" i="0" noProof="1" dirty="0">
                <a:solidFill>
                  <a:srgbClr val="5E6679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质量</a:t>
            </a:r>
            <a:endParaRPr lang="zh-CN" sz="800" b="0" i="0" noProof="1" dirty="0">
              <a:solidFill>
                <a:srgbClr val="5E6679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3" name="t052"/>
          <p:cNvSpPr txBox="1"/>
          <p:nvPr/>
        </p:nvSpPr>
        <p:spPr>
          <a:xfrm>
            <a:off x="9051702" y="5453348"/>
            <a:ext cx="127992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任务全生命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周期状态管理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4" name="t053"/>
          <p:cNvSpPr txBox="1"/>
          <p:nvPr/>
        </p:nvSpPr>
        <p:spPr>
          <a:xfrm>
            <a:off x="718113" y="5700950"/>
            <a:ext cx="1053703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5C6577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实时校验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与体</a:t>
            </a:r>
            <a:r>
              <a:rPr lang="zh-CN" sz="800" b="0" i="0" noProof="1" dirty="0">
                <a:solidFill>
                  <a:srgbClr val="5C6577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验优化</a:t>
            </a:r>
            <a:endParaRPr lang="zh-CN" sz="800" b="0" i="0" noProof="1" dirty="0">
              <a:solidFill>
                <a:srgbClr val="5C6577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5" name="t054"/>
          <p:cNvSpPr txBox="1"/>
          <p:nvPr/>
        </p:nvSpPr>
        <p:spPr>
          <a:xfrm>
            <a:off x="3579161" y="5704879"/>
            <a:ext cx="159543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Pipeline</a:t>
            </a:r>
            <a:r>
              <a:rPr lang="zh-CN" sz="800" b="0" i="0" noProof="1" dirty="0">
                <a:solidFill>
                  <a:srgbClr val="BEC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编排串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联各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心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力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6" name="t055"/>
          <p:cNvSpPr txBox="1"/>
          <p:nvPr/>
        </p:nvSpPr>
        <p:spPr>
          <a:xfrm>
            <a:off x="6401419" y="5700950"/>
            <a:ext cx="127992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导出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编排支持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多格式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输出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7" name="t056"/>
          <p:cNvSpPr txBox="1"/>
          <p:nvPr/>
        </p:nvSpPr>
        <p:spPr>
          <a:xfrm>
            <a:off x="9052750" y="5704879"/>
            <a:ext cx="1137046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结果与版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本可追溯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存档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8" name="t060"/>
          <p:cNvSpPr txBox="1"/>
          <p:nvPr/>
        </p:nvSpPr>
        <p:spPr>
          <a:xfrm>
            <a:off x="9049797" y="5949410"/>
            <a:ext cx="117871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审计追踪与权限合规</a:t>
            </a:r>
            <a:endParaRPr lang="zh-CN" sz="900" b="0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9" name="t058"/>
          <p:cNvSpPr txBox="1"/>
          <p:nvPr/>
        </p:nvSpPr>
        <p:spPr>
          <a:xfrm>
            <a:off x="3546252" y="5925359"/>
            <a:ext cx="1649015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超时处理与失败重试保障稳定性</a:t>
            </a:r>
            <a:endParaRPr lang="zh-CN" sz="800" b="0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0" name="t057"/>
          <p:cNvSpPr txBox="1"/>
          <p:nvPr/>
        </p:nvSpPr>
        <p:spPr>
          <a:xfrm>
            <a:off x="718113" y="5939837"/>
            <a:ext cx="1315640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636C7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权限与配置信息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前置</a:t>
            </a:r>
            <a:r>
              <a:rPr lang="zh-CN" sz="800" b="0" i="0" noProof="1" dirty="0">
                <a:solidFill>
                  <a:srgbClr val="636C7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校验</a:t>
            </a:r>
            <a:endParaRPr lang="zh-CN" sz="800" b="0" i="0" noProof="1" dirty="0">
              <a:solidFill>
                <a:srgbClr val="636C7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1" name="t059"/>
          <p:cNvSpPr txBox="1"/>
          <p:nvPr/>
        </p:nvSpPr>
        <p:spPr>
          <a:xfrm>
            <a:off x="6409277" y="5939837"/>
            <a:ext cx="127992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图像处理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提升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视觉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一致性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v006" descr="v0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21" y="898921"/>
            <a:ext cx="11471671" cy="5863828"/>
          </a:xfrm>
          <a:prstGeom prst="rect">
            <a:avLst/>
          </a:prstGeom>
        </p:spPr>
      </p:pic>
      <p:pic>
        <p:nvPicPr>
          <p:cNvPr id="3" name="v031" descr="v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14624" cy="4161234"/>
          </a:xfrm>
          <a:prstGeom prst="rect">
            <a:avLst/>
          </a:prstGeom>
        </p:spPr>
      </p:pic>
      <p:pic>
        <p:nvPicPr>
          <p:cNvPr id="4" name="v005" descr="v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8" y="238125"/>
            <a:ext cx="9882187" cy="517921"/>
          </a:xfrm>
          <a:prstGeom prst="rect">
            <a:avLst/>
          </a:prstGeom>
        </p:spPr>
      </p:pic>
      <p:pic>
        <p:nvPicPr>
          <p:cNvPr id="5" name="v020" descr="v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640" y="3506390"/>
            <a:ext cx="1976437" cy="1244203"/>
          </a:xfrm>
          <a:prstGeom prst="rect">
            <a:avLst/>
          </a:prstGeom>
        </p:spPr>
      </p:pic>
      <p:pic>
        <p:nvPicPr>
          <p:cNvPr id="6" name="v018" descr="v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265" y="3065859"/>
            <a:ext cx="1785937" cy="1137046"/>
          </a:xfrm>
          <a:prstGeom prst="rect">
            <a:avLst/>
          </a:prstGeom>
        </p:spPr>
      </p:pic>
      <p:pic>
        <p:nvPicPr>
          <p:cNvPr id="7" name="v023" descr="v0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1921" y="5262562"/>
            <a:ext cx="1982390" cy="1006078"/>
          </a:xfrm>
          <a:prstGeom prst="rect">
            <a:avLst/>
          </a:prstGeom>
        </p:spPr>
      </p:pic>
      <p:pic>
        <p:nvPicPr>
          <p:cNvPr id="8" name="v016" descr="v0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9281" y="1845468"/>
            <a:ext cx="1202531" cy="1190625"/>
          </a:xfrm>
          <a:prstGeom prst="rect">
            <a:avLst/>
          </a:prstGeom>
        </p:spPr>
      </p:pic>
      <p:pic>
        <p:nvPicPr>
          <p:cNvPr id="9" name="v033" descr="v03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9093" y="3000375"/>
            <a:ext cx="392906" cy="3470671"/>
          </a:xfrm>
          <a:prstGeom prst="rect">
            <a:avLst/>
          </a:prstGeom>
        </p:spPr>
      </p:pic>
      <p:pic>
        <p:nvPicPr>
          <p:cNvPr id="10" name="v032" descr="v0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9968" y="0"/>
            <a:ext cx="2351484" cy="238124"/>
          </a:xfrm>
          <a:prstGeom prst="rect">
            <a:avLst/>
          </a:prstGeom>
        </p:spPr>
      </p:pic>
      <p:pic>
        <p:nvPicPr>
          <p:cNvPr id="11" name="v034" descr="v03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5859" y="6762750"/>
            <a:ext cx="5822156" cy="95249"/>
          </a:xfrm>
          <a:prstGeom prst="rect">
            <a:avLst/>
          </a:prstGeom>
        </p:spPr>
      </p:pic>
      <p:pic>
        <p:nvPicPr>
          <p:cNvPr id="12" name="v042" descr="v04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9453" y="1768078"/>
            <a:ext cx="690562" cy="690562"/>
          </a:xfrm>
          <a:prstGeom prst="rect">
            <a:avLst/>
          </a:prstGeom>
        </p:spPr>
      </p:pic>
      <p:pic>
        <p:nvPicPr>
          <p:cNvPr id="13" name="v074" descr="v07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0718" y="2149078"/>
            <a:ext cx="595312" cy="761999"/>
          </a:xfrm>
          <a:prstGeom prst="rect">
            <a:avLst/>
          </a:prstGeom>
        </p:spPr>
      </p:pic>
      <p:pic>
        <p:nvPicPr>
          <p:cNvPr id="14" name="v030" descr="v03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393656"/>
            <a:ext cx="881062" cy="464343"/>
          </a:xfrm>
          <a:prstGeom prst="rect">
            <a:avLst/>
          </a:prstGeom>
        </p:spPr>
      </p:pic>
      <p:pic>
        <p:nvPicPr>
          <p:cNvPr id="15" name="v011" descr="v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2437" y="660796"/>
            <a:ext cx="309562" cy="1220390"/>
          </a:xfrm>
          <a:prstGeom prst="rect">
            <a:avLst/>
          </a:prstGeom>
        </p:spPr>
      </p:pic>
      <p:pic>
        <p:nvPicPr>
          <p:cNvPr id="16" name="v049" descr="v04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9921" y="2381250"/>
            <a:ext cx="583406" cy="631031"/>
          </a:xfrm>
          <a:prstGeom prst="rect">
            <a:avLst/>
          </a:prstGeom>
        </p:spPr>
      </p:pic>
      <p:pic>
        <p:nvPicPr>
          <p:cNvPr id="17" name="v058" descr="v05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9890" y="3595687"/>
            <a:ext cx="494109" cy="488156"/>
          </a:xfrm>
          <a:prstGeom prst="rect">
            <a:avLst/>
          </a:prstGeom>
        </p:spPr>
      </p:pic>
      <p:pic>
        <p:nvPicPr>
          <p:cNvPr id="18" name="v051" descr="v05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890" y="2940843"/>
            <a:ext cx="511968" cy="470296"/>
          </a:xfrm>
          <a:prstGeom prst="rect">
            <a:avLst/>
          </a:prstGeom>
        </p:spPr>
      </p:pic>
      <p:pic>
        <p:nvPicPr>
          <p:cNvPr id="19" name="v046" descr="v04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9656" y="2262187"/>
            <a:ext cx="452437" cy="464343"/>
          </a:xfrm>
          <a:prstGeom prst="rect">
            <a:avLst/>
          </a:prstGeom>
        </p:spPr>
      </p:pic>
      <p:pic>
        <p:nvPicPr>
          <p:cNvPr id="20" name="v026" descr="v02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43187" y="5530453"/>
            <a:ext cx="315515" cy="660796"/>
          </a:xfrm>
          <a:prstGeom prst="rect">
            <a:avLst/>
          </a:prstGeom>
        </p:spPr>
      </p:pic>
      <p:pic>
        <p:nvPicPr>
          <p:cNvPr id="21" name="v061" descr="v06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7749" y="4232671"/>
            <a:ext cx="452437" cy="422671"/>
          </a:xfrm>
          <a:prstGeom prst="rect">
            <a:avLst/>
          </a:prstGeom>
        </p:spPr>
      </p:pic>
      <p:pic>
        <p:nvPicPr>
          <p:cNvPr id="22" name="v040" descr="v04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7515" y="1625203"/>
            <a:ext cx="440531" cy="404812"/>
          </a:xfrm>
          <a:prstGeom prst="rect">
            <a:avLst/>
          </a:prstGeom>
        </p:spPr>
      </p:pic>
      <p:pic>
        <p:nvPicPr>
          <p:cNvPr id="23" name="v057" descr="v05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6015" y="3577828"/>
            <a:ext cx="398859" cy="410765"/>
          </a:xfrm>
          <a:prstGeom prst="rect">
            <a:avLst/>
          </a:prstGeom>
        </p:spPr>
      </p:pic>
      <p:pic>
        <p:nvPicPr>
          <p:cNvPr id="24" name="v062" descr="v06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26015" y="4214812"/>
            <a:ext cx="398859" cy="386953"/>
          </a:xfrm>
          <a:prstGeom prst="rect">
            <a:avLst/>
          </a:prstGeom>
        </p:spPr>
      </p:pic>
      <p:pic>
        <p:nvPicPr>
          <p:cNvPr id="25" name="v065" descr="v06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0062" y="4917281"/>
            <a:ext cx="363140" cy="398859"/>
          </a:xfrm>
          <a:prstGeom prst="rect">
            <a:avLst/>
          </a:prstGeom>
        </p:spPr>
      </p:pic>
      <p:pic>
        <p:nvPicPr>
          <p:cNvPr id="26" name="v004" descr="v004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59390" y="0"/>
            <a:ext cx="934640" cy="154781"/>
          </a:xfrm>
          <a:prstGeom prst="rect">
            <a:avLst/>
          </a:prstGeom>
        </p:spPr>
      </p:pic>
      <p:pic>
        <p:nvPicPr>
          <p:cNvPr id="27" name="v063" descr="v06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51218" y="4226718"/>
            <a:ext cx="375046" cy="380999"/>
          </a:xfrm>
          <a:prstGeom prst="rect">
            <a:avLst/>
          </a:prstGeom>
        </p:spPr>
      </p:pic>
      <p:pic>
        <p:nvPicPr>
          <p:cNvPr id="28" name="v035" descr="v03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39312" y="291703"/>
            <a:ext cx="327421" cy="434578"/>
          </a:xfrm>
          <a:prstGeom prst="rect">
            <a:avLst/>
          </a:prstGeom>
        </p:spPr>
      </p:pic>
      <p:pic>
        <p:nvPicPr>
          <p:cNvPr id="29" name="v037" descr="v03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8390" y="1113234"/>
            <a:ext cx="357187" cy="369093"/>
          </a:xfrm>
          <a:prstGeom prst="rect">
            <a:avLst/>
          </a:prstGeom>
        </p:spPr>
      </p:pic>
      <p:pic>
        <p:nvPicPr>
          <p:cNvPr id="30" name="v052" descr="v052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72437" y="2964656"/>
            <a:ext cx="363140" cy="357187"/>
          </a:xfrm>
          <a:prstGeom prst="rect">
            <a:avLst/>
          </a:prstGeom>
        </p:spPr>
      </p:pic>
      <p:pic>
        <p:nvPicPr>
          <p:cNvPr id="31" name="v047" descr="v04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7687" y="2309812"/>
            <a:ext cx="351234" cy="363140"/>
          </a:xfrm>
          <a:prstGeom prst="rect">
            <a:avLst/>
          </a:prstGeom>
        </p:spPr>
      </p:pic>
      <p:pic>
        <p:nvPicPr>
          <p:cNvPr id="32" name="v053" descr="v053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7687" y="2982515"/>
            <a:ext cx="351234" cy="363140"/>
          </a:xfrm>
          <a:prstGeom prst="rect">
            <a:avLst/>
          </a:prstGeom>
        </p:spPr>
      </p:pic>
      <p:pic>
        <p:nvPicPr>
          <p:cNvPr id="33" name="v059" descr="v05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7687" y="3655218"/>
            <a:ext cx="351234" cy="363140"/>
          </a:xfrm>
          <a:prstGeom prst="rect">
            <a:avLst/>
          </a:prstGeom>
        </p:spPr>
      </p:pic>
      <p:pic>
        <p:nvPicPr>
          <p:cNvPr id="34" name="v064" descr="v064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7687" y="4256484"/>
            <a:ext cx="351234" cy="357187"/>
          </a:xfrm>
          <a:prstGeom prst="rect">
            <a:avLst/>
          </a:prstGeom>
        </p:spPr>
      </p:pic>
      <p:pic>
        <p:nvPicPr>
          <p:cNvPr id="35" name="v044" descr="v04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97453" y="1869281"/>
            <a:ext cx="380999" cy="327421"/>
          </a:xfrm>
          <a:prstGeom prst="rect">
            <a:avLst/>
          </a:prstGeom>
        </p:spPr>
      </p:pic>
      <p:pic>
        <p:nvPicPr>
          <p:cNvPr id="36" name="v028" descr="v028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45656" y="5542359"/>
            <a:ext cx="190499" cy="654843"/>
          </a:xfrm>
          <a:prstGeom prst="rect">
            <a:avLst/>
          </a:prstGeom>
        </p:spPr>
      </p:pic>
      <p:pic>
        <p:nvPicPr>
          <p:cNvPr id="37" name="v041" descr="v041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3640" y="1643062"/>
            <a:ext cx="345281" cy="357187"/>
          </a:xfrm>
          <a:prstGeom prst="rect">
            <a:avLst/>
          </a:prstGeom>
        </p:spPr>
      </p:pic>
      <p:pic>
        <p:nvPicPr>
          <p:cNvPr id="38" name="v039" descr="v039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71484" y="1369218"/>
            <a:ext cx="357187" cy="333375"/>
          </a:xfrm>
          <a:prstGeom prst="rect">
            <a:avLst/>
          </a:prstGeom>
        </p:spPr>
      </p:pic>
      <p:pic>
        <p:nvPicPr>
          <p:cNvPr id="39" name="v038" descr="v038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33171" y="1357312"/>
            <a:ext cx="303609" cy="357187"/>
          </a:xfrm>
          <a:prstGeom prst="rect">
            <a:avLst/>
          </a:prstGeom>
        </p:spPr>
      </p:pic>
      <p:pic>
        <p:nvPicPr>
          <p:cNvPr id="40" name="v036" descr="v036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02203" y="970359"/>
            <a:ext cx="327421" cy="327421"/>
          </a:xfrm>
          <a:prstGeom prst="rect">
            <a:avLst/>
          </a:prstGeom>
        </p:spPr>
      </p:pic>
      <p:pic>
        <p:nvPicPr>
          <p:cNvPr id="41" name="v073" descr="v073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80171" y="6435328"/>
            <a:ext cx="309562" cy="309562"/>
          </a:xfrm>
          <a:prstGeom prst="rect">
            <a:avLst/>
          </a:prstGeom>
        </p:spPr>
      </p:pic>
      <p:pic>
        <p:nvPicPr>
          <p:cNvPr id="42" name="v066" descr="v066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405687" y="5304234"/>
            <a:ext cx="303609" cy="315515"/>
          </a:xfrm>
          <a:prstGeom prst="rect">
            <a:avLst/>
          </a:prstGeom>
        </p:spPr>
      </p:pic>
      <p:pic>
        <p:nvPicPr>
          <p:cNvPr id="43" name="v071" descr="v07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00374" y="5560218"/>
            <a:ext cx="297656" cy="309562"/>
          </a:xfrm>
          <a:prstGeom prst="rect">
            <a:avLst/>
          </a:prstGeom>
        </p:spPr>
      </p:pic>
      <p:pic>
        <p:nvPicPr>
          <p:cNvPr id="44" name="v067" descr="v067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441031" y="5310187"/>
            <a:ext cx="267890" cy="315515"/>
          </a:xfrm>
          <a:prstGeom prst="rect">
            <a:avLst/>
          </a:prstGeom>
        </p:spPr>
      </p:pic>
      <p:pic>
        <p:nvPicPr>
          <p:cNvPr id="45" name="v072" descr="v07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673078" y="5566171"/>
            <a:ext cx="285750" cy="291703"/>
          </a:xfrm>
          <a:prstGeom prst="rect">
            <a:avLst/>
          </a:prstGeom>
        </p:spPr>
      </p:pic>
      <p:pic>
        <p:nvPicPr>
          <p:cNvPr id="46" name="v060" descr="v060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470921" y="3881437"/>
            <a:ext cx="279796" cy="279796"/>
          </a:xfrm>
          <a:prstGeom prst="rect">
            <a:avLst/>
          </a:prstGeom>
        </p:spPr>
      </p:pic>
      <p:pic>
        <p:nvPicPr>
          <p:cNvPr id="47" name="v068" descr="v068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786937" y="5322093"/>
            <a:ext cx="285750" cy="267890"/>
          </a:xfrm>
          <a:prstGeom prst="rect">
            <a:avLst/>
          </a:prstGeom>
        </p:spPr>
      </p:pic>
      <p:pic>
        <p:nvPicPr>
          <p:cNvPr id="48" name="v070" descr="v070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327671" y="5566171"/>
            <a:ext cx="279796" cy="267890"/>
          </a:xfrm>
          <a:prstGeom prst="rect">
            <a:avLst/>
          </a:prstGeom>
        </p:spPr>
      </p:pic>
      <p:pic>
        <p:nvPicPr>
          <p:cNvPr id="49" name="v045" descr="v045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995296" y="1970484"/>
            <a:ext cx="321468" cy="232171"/>
          </a:xfrm>
          <a:prstGeom prst="rect">
            <a:avLst/>
          </a:prstGeom>
        </p:spPr>
      </p:pic>
      <p:pic>
        <p:nvPicPr>
          <p:cNvPr id="50" name="v050" descr="v05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971484" y="2488406"/>
            <a:ext cx="357187" cy="208359"/>
          </a:xfrm>
          <a:prstGeom prst="rect">
            <a:avLst/>
          </a:prstGeom>
        </p:spPr>
      </p:pic>
      <p:pic>
        <p:nvPicPr>
          <p:cNvPr id="51" name="v069" descr="v069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83468" y="5572125"/>
            <a:ext cx="261937" cy="279796"/>
          </a:xfrm>
          <a:prstGeom prst="rect">
            <a:avLst/>
          </a:prstGeom>
        </p:spPr>
      </p:pic>
      <p:pic>
        <p:nvPicPr>
          <p:cNvPr id="52" name="v048" descr="v048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977437" y="2357437"/>
            <a:ext cx="327421" cy="214312"/>
          </a:xfrm>
          <a:prstGeom prst="rect">
            <a:avLst/>
          </a:prstGeom>
        </p:spPr>
      </p:pic>
      <p:pic>
        <p:nvPicPr>
          <p:cNvPr id="53" name="v043" descr="v04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971484" y="1857375"/>
            <a:ext cx="321468" cy="214312"/>
          </a:xfrm>
          <a:prstGeom prst="rect">
            <a:avLst/>
          </a:prstGeom>
        </p:spPr>
      </p:pic>
      <p:pic>
        <p:nvPicPr>
          <p:cNvPr id="54" name="v055" descr="v055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494734" y="3524250"/>
            <a:ext cx="238124" cy="279796"/>
          </a:xfrm>
          <a:prstGeom prst="rect">
            <a:avLst/>
          </a:prstGeom>
        </p:spPr>
      </p:pic>
      <p:pic>
        <p:nvPicPr>
          <p:cNvPr id="55" name="v056" descr="v056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810750" y="3583781"/>
            <a:ext cx="226218" cy="279796"/>
          </a:xfrm>
          <a:prstGeom prst="rect">
            <a:avLst/>
          </a:prstGeom>
        </p:spPr>
      </p:pic>
      <p:pic>
        <p:nvPicPr>
          <p:cNvPr id="56" name="v054" descr="v054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518546" y="3173015"/>
            <a:ext cx="214312" cy="267890"/>
          </a:xfrm>
          <a:prstGeom prst="rect">
            <a:avLst/>
          </a:prstGeom>
        </p:spPr>
      </p:pic>
      <p:pic>
        <p:nvPicPr>
          <p:cNvPr id="57" name="t047_bullet_marker" descr="t047_bullet_marker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25078" y="5054203"/>
            <a:ext cx="142875" cy="130968"/>
          </a:xfrm>
          <a:prstGeom prst="rect">
            <a:avLst/>
          </a:prstGeom>
        </p:spPr>
      </p:pic>
      <p:pic>
        <p:nvPicPr>
          <p:cNvPr id="58" name="t048_bullet_marker" descr="t048_bullet_marker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03671" y="5405437"/>
            <a:ext cx="65484" cy="107156"/>
          </a:xfrm>
          <a:prstGeom prst="rect">
            <a:avLst/>
          </a:prstGeom>
        </p:spPr>
      </p:pic>
      <p:pic>
        <p:nvPicPr>
          <p:cNvPr id="59" name="v009" descr="v00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852421" y="226218"/>
            <a:ext cx="101203" cy="65484"/>
          </a:xfrm>
          <a:prstGeom prst="rect">
            <a:avLst/>
          </a:prstGeom>
        </p:spPr>
      </p:pic>
      <p:pic>
        <p:nvPicPr>
          <p:cNvPr id="60" name="t054_bullet_marker" descr="t054_bullet_marker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798843" y="5630060"/>
            <a:ext cx="77390" cy="77390"/>
          </a:xfrm>
          <a:prstGeom prst="rect">
            <a:avLst/>
          </a:prstGeom>
        </p:spPr>
      </p:pic>
      <p:pic>
        <p:nvPicPr>
          <p:cNvPr id="61" name="t056_bullet_marker" descr="t054_bullet_marker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798843" y="5774483"/>
            <a:ext cx="77390" cy="77390"/>
          </a:xfrm>
          <a:prstGeom prst="rect">
            <a:avLst/>
          </a:prstGeom>
        </p:spPr>
      </p:pic>
      <p:pic>
        <p:nvPicPr>
          <p:cNvPr id="62" name="t064_bullet_marker" descr="t054_bullet_marker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798843" y="5915715"/>
            <a:ext cx="77390" cy="77390"/>
          </a:xfrm>
          <a:prstGeom prst="rect">
            <a:avLst/>
          </a:prstGeom>
        </p:spPr>
      </p:pic>
      <p:pic>
        <p:nvPicPr>
          <p:cNvPr id="63" name="t072_bullet_marker" descr="t054_bullet_marker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798843" y="6038659"/>
            <a:ext cx="77390" cy="77390"/>
          </a:xfrm>
          <a:prstGeom prst="rect">
            <a:avLst/>
          </a:prstGeom>
        </p:spPr>
      </p:pic>
      <p:pic>
        <p:nvPicPr>
          <p:cNvPr id="64" name="t052_bullet_marker" descr="t052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637484" y="5625703"/>
            <a:ext cx="65484" cy="65484"/>
          </a:xfrm>
          <a:prstGeom prst="rect">
            <a:avLst/>
          </a:prstGeom>
        </p:spPr>
      </p:pic>
      <p:pic>
        <p:nvPicPr>
          <p:cNvPr id="65" name="t055_bullet_marker" descr="t055_bullet_marker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637484" y="5774531"/>
            <a:ext cx="65484" cy="65484"/>
          </a:xfrm>
          <a:prstGeom prst="rect">
            <a:avLst/>
          </a:prstGeom>
        </p:spPr>
      </p:pic>
      <p:pic>
        <p:nvPicPr>
          <p:cNvPr id="66" name="t062_bullet_marker" descr="t062_bullet_marker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637484" y="5917406"/>
            <a:ext cx="65484" cy="65484"/>
          </a:xfrm>
          <a:prstGeom prst="rect">
            <a:avLst/>
          </a:prstGeom>
        </p:spPr>
      </p:pic>
      <p:pic>
        <p:nvPicPr>
          <p:cNvPr id="67" name="t070_bullet_marker" descr="t070_bullet_marker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637484" y="6066234"/>
            <a:ext cx="65484" cy="65484"/>
          </a:xfrm>
          <a:prstGeom prst="rect">
            <a:avLst/>
          </a:prstGeom>
        </p:spPr>
      </p:pic>
      <p:pic>
        <p:nvPicPr>
          <p:cNvPr id="68" name="v010" descr="v010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870281" y="726281"/>
            <a:ext cx="65484" cy="41671"/>
          </a:xfrm>
          <a:prstGeom prst="rect">
            <a:avLst/>
          </a:prstGeom>
        </p:spPr>
      </p:pic>
      <p:pic>
        <p:nvPicPr>
          <p:cNvPr id="69" name="v015" descr="v015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334000" y="3000375"/>
            <a:ext cx="47624" cy="53578"/>
          </a:xfrm>
          <a:prstGeom prst="rect">
            <a:avLst/>
          </a:prstGeom>
        </p:spPr>
      </p:pic>
      <p:pic>
        <p:nvPicPr>
          <p:cNvPr id="70" name="v007" descr="v00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507015" y="17859"/>
            <a:ext cx="29765" cy="29765"/>
          </a:xfrm>
          <a:prstGeom prst="rect">
            <a:avLst/>
          </a:prstGeom>
        </p:spPr>
      </p:pic>
      <p:pic>
        <p:nvPicPr>
          <p:cNvPr id="71" name="v008" descr="v00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316640" y="77390"/>
            <a:ext cx="29765" cy="29765"/>
          </a:xfrm>
          <a:prstGeom prst="rect">
            <a:avLst/>
          </a:prstGeom>
        </p:spPr>
      </p:pic>
      <p:pic>
        <p:nvPicPr>
          <p:cNvPr id="72" name="v003" descr="v003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953" y="6596062"/>
            <a:ext cx="29765" cy="29765"/>
          </a:xfrm>
          <a:prstGeom prst="rect">
            <a:avLst/>
          </a:prstGeom>
        </p:spPr>
      </p:pic>
      <p:sp>
        <p:nvSpPr>
          <p:cNvPr id="73" name="t000"/>
          <p:cNvSpPr txBox="1"/>
          <p:nvPr/>
        </p:nvSpPr>
        <p:spPr>
          <a:xfrm>
            <a:off x="543591" y="93249"/>
            <a:ext cx="2172890" cy="511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2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落地与交付</a:t>
            </a:r>
            <a:endParaRPr lang="zh-CN" sz="2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4" name="t001"/>
          <p:cNvSpPr txBox="1"/>
          <p:nvPr/>
        </p:nvSpPr>
        <p:spPr>
          <a:xfrm>
            <a:off x="10605515" y="341899"/>
            <a:ext cx="1166812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安全‧稳定‧可扩展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5" name="t002"/>
          <p:cNvSpPr txBox="1"/>
          <p:nvPr/>
        </p:nvSpPr>
        <p:spPr>
          <a:xfrm>
            <a:off x="10190225" y="518969"/>
            <a:ext cx="1833562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从代码到服务，收敛到可用与可维护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6" name="t003"/>
          <p:cNvSpPr txBox="1"/>
          <p:nvPr/>
        </p:nvSpPr>
        <p:spPr>
          <a:xfrm>
            <a:off x="502777" y="702611"/>
            <a:ext cx="3202781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0" i="0" noProof="1" dirty="0">
                <a:solidFill>
                  <a:srgbClr val="888E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从快速开始到API任务</a:t>
            </a:r>
            <a:r>
              <a:rPr lang="zh-CN" sz="10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sz="1000" b="0" i="0" noProof="1" dirty="0">
                <a:solidFill>
                  <a:srgbClr val="888E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测试维护与交付形态</a:t>
            </a:r>
            <a:endParaRPr lang="zh-CN" sz="1000" b="0" i="0" noProof="1" dirty="0">
              <a:solidFill>
                <a:srgbClr val="888E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7" name="t004"/>
          <p:cNvSpPr txBox="1"/>
          <p:nvPr/>
        </p:nvSpPr>
        <p:spPr>
          <a:xfrm>
            <a:off x="8495728" y="969121"/>
            <a:ext cx="833437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4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核心配置</a:t>
            </a:r>
            <a:endParaRPr lang="zh-CN" sz="14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78" name="t005"/>
          <p:cNvSpPr txBox="1"/>
          <p:nvPr/>
        </p:nvSpPr>
        <p:spPr>
          <a:xfrm>
            <a:off x="933164" y="1146381"/>
            <a:ext cx="1012031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600" b="1" i="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快速开始</a:t>
            </a:r>
            <a:endParaRPr lang="zh-CN" sz="1600" b="1" i="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79" name="t006"/>
          <p:cNvSpPr txBox="1"/>
          <p:nvPr/>
        </p:nvSpPr>
        <p:spPr>
          <a:xfrm>
            <a:off x="10491597" y="1335786"/>
            <a:ext cx="547687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图片尺寸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0" name="t007"/>
          <p:cNvSpPr txBox="1"/>
          <p:nvPr/>
        </p:nvSpPr>
        <p:spPr>
          <a:xfrm>
            <a:off x="5641181" y="1496710"/>
            <a:ext cx="1012031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6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交付目标</a:t>
            </a:r>
            <a:endParaRPr lang="zh-CN" sz="16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1" name="t009"/>
          <p:cNvSpPr txBox="1"/>
          <p:nvPr/>
        </p:nvSpPr>
        <p:spPr>
          <a:xfrm>
            <a:off x="10491597" y="1531048"/>
            <a:ext cx="940593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969CA8"/>
                </a:solidFill>
                <a:latin typeface="STHeiti"/>
                <a:ea typeface="STHeiti"/>
                <a:cs typeface="STHeiti"/>
                <a:sym typeface="STHeiti"/>
              </a:rPr>
              <a:t>输出分辨率与比例</a:t>
            </a:r>
            <a:endParaRPr lang="zh-CN" sz="800" b="0" i="0" spc="-160" noProof="1" dirty="0">
              <a:solidFill>
                <a:srgbClr val="969CA8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82" name="t008"/>
          <p:cNvSpPr txBox="1"/>
          <p:nvPr/>
        </p:nvSpPr>
        <p:spPr>
          <a:xfrm>
            <a:off x="8680608" y="1539144"/>
            <a:ext cx="720328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8F95A3"/>
                </a:solidFill>
                <a:latin typeface="STHeiti"/>
                <a:ea typeface="STHeiti"/>
                <a:cs typeface="STHeiti"/>
                <a:sym typeface="STHeiti"/>
              </a:rPr>
              <a:t>处理页数范围</a:t>
            </a:r>
            <a:endParaRPr lang="zh-CN" sz="800" b="0" i="0" spc="-160" noProof="1" dirty="0">
              <a:solidFill>
                <a:srgbClr val="8F95A3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83" name="t010"/>
          <p:cNvSpPr txBox="1"/>
          <p:nvPr/>
        </p:nvSpPr>
        <p:spPr>
          <a:xfrm>
            <a:off x="1761505" y="1608629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克隆仓库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4" name="t011"/>
          <p:cNvSpPr txBox="1"/>
          <p:nvPr/>
        </p:nvSpPr>
        <p:spPr>
          <a:xfrm>
            <a:off x="1190529" y="1774031"/>
            <a:ext cx="404812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0" i="0" spc="-16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&lt;1&gt;</a:t>
            </a:r>
            <a:endParaRPr lang="zh-CN" sz="1000" b="0" i="0" spc="-16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5" name="t012"/>
          <p:cNvSpPr txBox="1"/>
          <p:nvPr/>
        </p:nvSpPr>
        <p:spPr>
          <a:xfrm>
            <a:off x="1772030" y="1860280"/>
            <a:ext cx="133945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git c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lone &lt;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repo-url&gt;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6" name="t013"/>
          <p:cNvSpPr txBox="1"/>
          <p:nvPr/>
        </p:nvSpPr>
        <p:spPr>
          <a:xfrm>
            <a:off x="8674655" y="2039874"/>
            <a:ext cx="607218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898F9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并发任务数</a:t>
            </a:r>
            <a:endParaRPr lang="zh-CN" sz="800" b="0" i="0" spc="-160" noProof="1" dirty="0">
              <a:solidFill>
                <a:srgbClr val="898F9F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7" name="t014"/>
          <p:cNvSpPr txBox="1"/>
          <p:nvPr/>
        </p:nvSpPr>
        <p:spPr>
          <a:xfrm>
            <a:off x="10488834" y="2036683"/>
            <a:ext cx="720328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9095A3"/>
                </a:solidFill>
                <a:latin typeface="STHeiti"/>
                <a:ea typeface="STHeiti"/>
                <a:cs typeface="STHeiti"/>
                <a:sym typeface="STHeiti"/>
              </a:rPr>
              <a:t>失败重试策略</a:t>
            </a:r>
            <a:endParaRPr lang="zh-CN" sz="800" b="0" i="0" spc="-160" noProof="1" dirty="0">
              <a:solidFill>
                <a:srgbClr val="9095A3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88" name="t015"/>
          <p:cNvSpPr txBox="1"/>
          <p:nvPr/>
        </p:nvSpPr>
        <p:spPr>
          <a:xfrm>
            <a:off x="1761505" y="2291286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安装依赖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89" name="t016"/>
          <p:cNvSpPr txBox="1"/>
          <p:nvPr/>
        </p:nvSpPr>
        <p:spPr>
          <a:xfrm>
            <a:off x="8683799" y="2361009"/>
            <a:ext cx="547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设计语法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0" name="t017"/>
          <p:cNvSpPr txBox="1"/>
          <p:nvPr/>
        </p:nvSpPr>
        <p:spPr>
          <a:xfrm>
            <a:off x="10491597" y="2372915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页面评估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1" name="t019"/>
          <p:cNvSpPr txBox="1"/>
          <p:nvPr/>
        </p:nvSpPr>
        <p:spPr>
          <a:xfrm>
            <a:off x="8689324" y="2526125"/>
            <a:ext cx="94654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9399A6"/>
                </a:solidFill>
                <a:latin typeface="STHeiti"/>
                <a:ea typeface="STHeiti"/>
                <a:cs typeface="STHeiti"/>
                <a:sym typeface="STHeiti"/>
              </a:rPr>
              <a:t>DSL 设计语言规则</a:t>
            </a:r>
            <a:endParaRPr lang="zh-CN" sz="800" b="0" i="0" noProof="1" dirty="0">
              <a:solidFill>
                <a:srgbClr val="9399A6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92" name="t020"/>
          <p:cNvSpPr txBox="1"/>
          <p:nvPr/>
        </p:nvSpPr>
        <p:spPr>
          <a:xfrm>
            <a:off x="10491597" y="2526125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969CA7"/>
                </a:solidFill>
                <a:latin typeface="STHeiti"/>
                <a:ea typeface="STHeiti"/>
                <a:cs typeface="STHeiti"/>
                <a:sym typeface="STHeiti"/>
              </a:rPr>
              <a:t>质量评估与阈值</a:t>
            </a:r>
            <a:endParaRPr lang="zh-CN" sz="800" b="0" i="0" spc="-160" noProof="1" dirty="0">
              <a:solidFill>
                <a:srgbClr val="969CA7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93" name="t018"/>
          <p:cNvSpPr txBox="1"/>
          <p:nvPr/>
        </p:nvSpPr>
        <p:spPr>
          <a:xfrm>
            <a:off x="1771650" y="2539317"/>
            <a:ext cx="1869281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E84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 install -r requireme</a:t>
            </a:r>
            <a:r>
              <a:rPr lang="zh-CN" sz="800" b="0" i="0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nt</a:t>
            </a:r>
            <a:r>
              <a:rPr lang="zh-CN" sz="800" b="0" i="0" noProof="1" dirty="0">
                <a:solidFill>
                  <a:srgbClr val="7E84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s.txt</a:t>
            </a:r>
            <a:endParaRPr lang="zh-CN" sz="800" b="0" i="0" noProof="1" dirty="0">
              <a:solidFill>
                <a:srgbClr val="7E849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4" name="t021"/>
          <p:cNvSpPr txBox="1"/>
          <p:nvPr/>
        </p:nvSpPr>
        <p:spPr>
          <a:xfrm>
            <a:off x="1761505" y="2965227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构建前端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5" name="t022"/>
          <p:cNvSpPr txBox="1"/>
          <p:nvPr/>
        </p:nvSpPr>
        <p:spPr>
          <a:xfrm>
            <a:off x="8576691" y="2972371"/>
            <a:ext cx="1321593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API 与维护工具</a:t>
            </a:r>
            <a:endParaRPr lang="zh-CN" sz="12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6" name="t023"/>
          <p:cNvSpPr txBox="1"/>
          <p:nvPr/>
        </p:nvSpPr>
        <p:spPr>
          <a:xfrm>
            <a:off x="1159716" y="3107578"/>
            <a:ext cx="440531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2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&lt;1&gt;</a:t>
            </a:r>
            <a:endParaRPr lang="zh-CN" sz="12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7" name="t025"/>
          <p:cNvSpPr txBox="1"/>
          <p:nvPr/>
        </p:nvSpPr>
        <p:spPr>
          <a:xfrm>
            <a:off x="5808868" y="3134820"/>
            <a:ext cx="833437" cy="2559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快速部署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98" name="t024"/>
          <p:cNvSpPr txBox="1"/>
          <p:nvPr/>
        </p:nvSpPr>
        <p:spPr>
          <a:xfrm>
            <a:off x="1768459" y="3210496"/>
            <a:ext cx="2434828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19" noProof="1" dirty="0">
                <a:solidFill>
                  <a:srgbClr val="81899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</a:t>
            </a:r>
            <a:r>
              <a:rPr lang="zh-CN" sz="800" b="0" i="0" spc="-119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 web </a:t>
            </a:r>
            <a:r>
              <a:rPr lang="zh-CN" sz="800" b="0" i="0" spc="-119" noProof="1" dirty="0">
                <a:solidFill>
                  <a:srgbClr val="81899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&amp;&amp; n</a:t>
            </a:r>
            <a:r>
              <a:rPr lang="zh-CN" sz="800" b="0" i="0" spc="-119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pm </a:t>
            </a:r>
            <a:r>
              <a:rPr lang="zh-CN" sz="800" b="0" i="0" spc="-119" noProof="1" dirty="0">
                <a:solidFill>
                  <a:srgbClr val="81899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ins</a:t>
            </a:r>
            <a:r>
              <a:rPr lang="zh-CN" sz="800" b="0" i="0" spc="-119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ta</a:t>
            </a:r>
            <a:r>
              <a:rPr lang="zh-CN" sz="800" b="0" i="0" spc="-119" noProof="1" dirty="0">
                <a:solidFill>
                  <a:srgbClr val="81899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ll &amp;&amp; npm run build</a:t>
            </a:r>
            <a:endParaRPr lang="zh-CN" sz="800" b="0" i="0" spc="-119" noProof="1" dirty="0">
              <a:solidFill>
                <a:srgbClr val="81899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9" name="t026"/>
          <p:cNvSpPr txBox="1"/>
          <p:nvPr/>
        </p:nvSpPr>
        <p:spPr>
          <a:xfrm>
            <a:off x="8304418" y="3282124"/>
            <a:ext cx="287535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45" noProof="1" dirty="0">
                <a:solidFill>
                  <a:srgbClr val="8C93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 RESTful API，支持任务管理</a:t>
            </a:r>
            <a:r>
              <a:rPr lang="zh-CN" sz="800" b="0" i="0" spc="-145" noProof="1" dirty="0">
                <a:solidFill>
                  <a:srgbClr val="8C93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sz="800" b="0" i="0" spc="-145" noProof="1" dirty="0">
                <a:solidFill>
                  <a:srgbClr val="8C93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重导出</a:t>
            </a:r>
            <a:r>
              <a:rPr lang="zh-CN" sz="800" b="0" i="0" spc="-145" noProof="1" dirty="0">
                <a:solidFill>
                  <a:srgbClr val="8C93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sz="800" b="0" i="0" spc="-145" noProof="1" dirty="0">
                <a:solidFill>
                  <a:srgbClr val="8C93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测试与诊断</a:t>
            </a:r>
            <a:endParaRPr lang="zh-CN" sz="800" b="0" i="0" spc="-145" noProof="1" dirty="0">
              <a:solidFill>
                <a:srgbClr val="8C93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0" name="t027"/>
          <p:cNvSpPr txBox="1"/>
          <p:nvPr/>
        </p:nvSpPr>
        <p:spPr>
          <a:xfrm>
            <a:off x="5808868" y="3510819"/>
            <a:ext cx="773906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稳定调用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1" name="t029"/>
          <p:cNvSpPr txBox="1"/>
          <p:nvPr/>
        </p:nvSpPr>
        <p:spPr>
          <a:xfrm>
            <a:off x="8648938" y="3592639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任务列表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2" name="t030"/>
          <p:cNvSpPr txBox="1"/>
          <p:nvPr/>
        </p:nvSpPr>
        <p:spPr>
          <a:xfrm>
            <a:off x="10227421" y="3535870"/>
            <a:ext cx="452437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重导出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3" name="t028"/>
          <p:cNvSpPr txBox="1"/>
          <p:nvPr/>
        </p:nvSpPr>
        <p:spPr>
          <a:xfrm>
            <a:off x="1761505" y="3579018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1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配置模型</a:t>
            </a:r>
            <a:endParaRPr lang="zh-CN" sz="11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04" name="t031"/>
          <p:cNvSpPr txBox="1"/>
          <p:nvPr/>
        </p:nvSpPr>
        <p:spPr>
          <a:xfrm>
            <a:off x="8684228" y="3766470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9097A9"/>
                </a:solidFill>
                <a:latin typeface="Corbel" panose="020B0503020204020204"/>
                <a:ea typeface="Corbel" panose="020B0503020204020204"/>
                <a:cs typeface="Corbel" panose="020B0503020204020204"/>
                <a:sym typeface="Corbel" panose="020B0503020204020204"/>
              </a:rPr>
              <a:t>GET /api</a:t>
            </a:r>
            <a:r>
              <a:rPr lang="zh-CN" sz="800" b="0" i="0" noProof="1" dirty="0">
                <a:solidFill>
                  <a:srgbClr val="054798"/>
                </a:solidFill>
                <a:latin typeface="Corbel" panose="020B0503020204020204"/>
                <a:ea typeface="Corbel" panose="020B0503020204020204"/>
                <a:cs typeface="Corbel" panose="020B0503020204020204"/>
                <a:sym typeface="Corbel" panose="020B0503020204020204"/>
              </a:rPr>
              <a:t>/v</a:t>
            </a:r>
            <a:r>
              <a:rPr lang="zh-CN" sz="800" b="0" i="0" noProof="1" dirty="0">
                <a:solidFill>
                  <a:srgbClr val="9097A9"/>
                </a:solidFill>
                <a:latin typeface="Corbel" panose="020B0503020204020204"/>
                <a:ea typeface="Corbel" panose="020B0503020204020204"/>
                <a:cs typeface="Corbel" panose="020B0503020204020204"/>
                <a:sym typeface="Corbel" panose="020B0503020204020204"/>
              </a:rPr>
              <a:t>1/tasks</a:t>
            </a:r>
            <a:endParaRPr lang="zh-CN" sz="800" b="0" i="0" noProof="1" dirty="0">
              <a:solidFill>
                <a:srgbClr val="9097A9"/>
              </a:solidFill>
              <a:latin typeface="Corbel" panose="020B0503020204020204"/>
              <a:ea typeface="Corbel" panose="020B0503020204020204"/>
              <a:cs typeface="Corbel" panose="020B0503020204020204"/>
              <a:sym typeface="Corbel" panose="020B0503020204020204"/>
            </a:endParaRPr>
          </a:p>
        </p:txBody>
      </p:sp>
      <p:sp>
        <p:nvSpPr>
          <p:cNvPr id="105" name="t032"/>
          <p:cNvSpPr txBox="1"/>
          <p:nvPr/>
        </p:nvSpPr>
        <p:spPr>
          <a:xfrm>
            <a:off x="10232945" y="3758707"/>
            <a:ext cx="1916906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890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POS</a:t>
            </a:r>
            <a:r>
              <a:rPr lang="zh-CN" sz="800" b="0" i="0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 /a</a:t>
            </a:r>
            <a:r>
              <a:rPr lang="zh-CN" sz="800" b="0" i="0" noProof="1" dirty="0">
                <a:solidFill>
                  <a:srgbClr val="8890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</a:t>
            </a:r>
            <a:r>
              <a:rPr lang="zh-CN" sz="800" b="0" i="0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i/</a:t>
            </a:r>
            <a:r>
              <a:rPr lang="zh-CN" sz="800" b="0" i="0" noProof="1" dirty="0">
                <a:solidFill>
                  <a:srgbClr val="8890A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v1/tasks/{id}/reexport</a:t>
            </a:r>
            <a:endParaRPr lang="zh-CN" sz="800" b="0" i="0" noProof="1" dirty="0">
              <a:solidFill>
                <a:srgbClr val="8890A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6" name="t033"/>
          <p:cNvSpPr txBox="1"/>
          <p:nvPr/>
        </p:nvSpPr>
        <p:spPr>
          <a:xfrm>
            <a:off x="1759696" y="3816619"/>
            <a:ext cx="118467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2899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cp .env.example .env</a:t>
            </a:r>
            <a:endParaRPr lang="zh-CN" sz="800" b="0" i="0" noProof="1" dirty="0">
              <a:solidFill>
                <a:srgbClr val="82899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7" name="t035"/>
          <p:cNvSpPr txBox="1"/>
          <p:nvPr/>
        </p:nvSpPr>
        <p:spPr>
          <a:xfrm>
            <a:off x="8649843" y="3885485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9199A9"/>
                </a:solidFill>
                <a:latin typeface="STHeiti"/>
                <a:ea typeface="STHeiti"/>
                <a:cs typeface="STHeiti"/>
                <a:sym typeface="STHeiti"/>
              </a:rPr>
              <a:t>查询与筛选任务</a:t>
            </a:r>
            <a:endParaRPr lang="zh-CN" sz="800" b="0" i="0" spc="-160" noProof="1" dirty="0">
              <a:solidFill>
                <a:srgbClr val="9199A9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108" name="t036"/>
          <p:cNvSpPr txBox="1"/>
          <p:nvPr/>
        </p:nvSpPr>
        <p:spPr>
          <a:xfrm>
            <a:off x="10226992" y="3885485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9198A7"/>
                </a:solidFill>
                <a:latin typeface="STHeiti"/>
                <a:ea typeface="STHeiti"/>
                <a:cs typeface="STHeiti"/>
                <a:sym typeface="STHeiti"/>
              </a:rPr>
              <a:t>重新生成与导出结果</a:t>
            </a:r>
            <a:endParaRPr lang="zh-CN" sz="800" b="0" i="0" noProof="1" dirty="0">
              <a:solidFill>
                <a:srgbClr val="9198A7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109" name="t034"/>
          <p:cNvSpPr txBox="1"/>
          <p:nvPr/>
        </p:nvSpPr>
        <p:spPr>
          <a:xfrm>
            <a:off x="5808868" y="3868578"/>
            <a:ext cx="875109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可维护扩展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0" name="t037"/>
          <p:cNvSpPr txBox="1"/>
          <p:nvPr/>
        </p:nvSpPr>
        <p:spPr>
          <a:xfrm>
            <a:off x="1761505" y="3942445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9909D"/>
                </a:solidFill>
                <a:latin typeface="STHeiti"/>
                <a:ea typeface="STHeiti"/>
                <a:cs typeface="STHeiti"/>
                <a:sym typeface="STHeiti"/>
              </a:rPr>
              <a:t>配置模型与关键参数</a:t>
            </a:r>
            <a:endParaRPr lang="zh-CN" sz="800" b="0" i="0" noProof="1" dirty="0">
              <a:solidFill>
                <a:srgbClr val="89909D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111" name="t039"/>
          <p:cNvSpPr txBox="1"/>
          <p:nvPr/>
        </p:nvSpPr>
        <p:spPr>
          <a:xfrm>
            <a:off x="8648938" y="4184951"/>
            <a:ext cx="589359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测试命令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2" name="t040"/>
          <p:cNvSpPr txBox="1"/>
          <p:nvPr/>
        </p:nvSpPr>
        <p:spPr>
          <a:xfrm>
            <a:off x="10236136" y="4232148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诊断日志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3" name="t038"/>
          <p:cNvSpPr txBox="1"/>
          <p:nvPr/>
        </p:nvSpPr>
        <p:spPr>
          <a:xfrm>
            <a:off x="1754600" y="4228528"/>
            <a:ext cx="648890" cy="184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0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启动服务</a:t>
            </a:r>
            <a:endParaRPr lang="zh-CN" sz="10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14" name="t043"/>
          <p:cNvSpPr txBox="1"/>
          <p:nvPr/>
        </p:nvSpPr>
        <p:spPr>
          <a:xfrm>
            <a:off x="10262282" y="4382166"/>
            <a:ext cx="124420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78E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</a:t>
            </a:r>
            <a:r>
              <a:rPr lang="zh-CN" sz="800" b="0" i="0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ET </a:t>
            </a:r>
            <a:r>
              <a:rPr lang="zh-CN" sz="800" b="0" i="0" noProof="1" dirty="0">
                <a:solidFill>
                  <a:srgbClr val="878E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/api/v1/logs/{id}</a:t>
            </a:r>
            <a:endParaRPr lang="zh-CN" sz="800" b="0" i="0" noProof="1" dirty="0">
              <a:solidFill>
                <a:srgbClr val="878EA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5" name="t042"/>
          <p:cNvSpPr txBox="1"/>
          <p:nvPr/>
        </p:nvSpPr>
        <p:spPr>
          <a:xfrm>
            <a:off x="8654891" y="4395882"/>
            <a:ext cx="105370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PO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 /a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pi/v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1/te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</a:t>
            </a:r>
            <a:endParaRPr lang="zh-CN" sz="800" b="0" i="0" noProof="1" dirty="0">
              <a:solidFill>
                <a:srgbClr val="054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6" name="t041"/>
          <p:cNvSpPr txBox="1"/>
          <p:nvPr/>
        </p:nvSpPr>
        <p:spPr>
          <a:xfrm>
            <a:off x="1774364" y="4414789"/>
            <a:ext cx="803671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7A839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pythen </a:t>
            </a:r>
            <a:r>
              <a:rPr lang="zh-CN" sz="800" b="0" i="0" noProof="1" dirty="0">
                <a:solidFill>
                  <a:srgbClr val="05479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app</a:t>
            </a:r>
            <a:r>
              <a:rPr lang="zh-CN" sz="800" b="0" i="0" noProof="1" dirty="0">
                <a:solidFill>
                  <a:srgbClr val="7A839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.py</a:t>
            </a:r>
            <a:endParaRPr lang="zh-CN" sz="800" b="0" i="0" noProof="1" dirty="0">
              <a:solidFill>
                <a:srgbClr val="7A839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7" name="t045"/>
          <p:cNvSpPr txBox="1"/>
          <p:nvPr/>
        </p:nvSpPr>
        <p:spPr>
          <a:xfrm>
            <a:off x="8649843" y="4524994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9099AC"/>
                </a:solidFill>
                <a:latin typeface="STHeiti"/>
                <a:ea typeface="STHeiti"/>
                <a:cs typeface="STHeiti"/>
                <a:sym typeface="STHeiti"/>
              </a:rPr>
              <a:t>执行测</a:t>
            </a:r>
            <a:r>
              <a:rPr lang="zh-CN" sz="800" b="0" i="0" spc="-160" noProof="1" dirty="0">
                <a:solidFill>
                  <a:srgbClr val="054798"/>
                </a:solidFill>
                <a:latin typeface="STHeiti"/>
                <a:ea typeface="STHeiti"/>
                <a:cs typeface="STHeiti"/>
                <a:sym typeface="STHeiti"/>
              </a:rPr>
              <a:t>试与验证</a:t>
            </a:r>
            <a:endParaRPr lang="zh-CN" sz="800" b="0" i="0" spc="-160" noProof="1" dirty="0">
              <a:solidFill>
                <a:srgbClr val="054798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118" name="t046"/>
          <p:cNvSpPr txBox="1"/>
          <p:nvPr/>
        </p:nvSpPr>
        <p:spPr>
          <a:xfrm>
            <a:off x="10236136" y="4530423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C94A6"/>
                </a:solidFill>
                <a:latin typeface="STHeiti"/>
                <a:ea typeface="STHeiti"/>
                <a:cs typeface="STHeiti"/>
                <a:sym typeface="STHeiti"/>
              </a:rPr>
              <a:t>查看运行与错误日志</a:t>
            </a:r>
            <a:endParaRPr lang="zh-CN" sz="800" b="0" i="0" noProof="1" dirty="0">
              <a:solidFill>
                <a:srgbClr val="8C94A6"/>
              </a:solidFill>
              <a:latin typeface="STHeiti"/>
              <a:ea typeface="STHeiti"/>
              <a:cs typeface="STHeiti"/>
              <a:sym typeface="STHeiti"/>
            </a:endParaRPr>
          </a:p>
        </p:txBody>
      </p:sp>
      <p:sp>
        <p:nvSpPr>
          <p:cNvPr id="119" name="t044"/>
          <p:cNvSpPr txBox="1"/>
          <p:nvPr/>
        </p:nvSpPr>
        <p:spPr>
          <a:xfrm>
            <a:off x="1748218" y="4537424"/>
            <a:ext cx="208954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889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服务默认运行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于</a:t>
            </a:r>
            <a:r>
              <a:rPr lang="zh-CN" sz="800" b="0" i="0" noProof="1" dirty="0">
                <a:solidFill>
                  <a:srgbClr val="889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http</a:t>
            </a:r>
            <a:r>
              <a:rPr lang="zh-CN" sz="800" b="0" i="0" noProof="1" dirty="0">
                <a:solidFill>
                  <a:srgbClr val="054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://</a:t>
            </a:r>
            <a:r>
              <a:rPr lang="zh-CN" sz="800" b="0" i="0" noProof="1" dirty="0">
                <a:solidFill>
                  <a:srgbClr val="889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localhost:8000</a:t>
            </a:r>
            <a:endParaRPr lang="zh-CN" sz="800" b="0" i="0" noProof="1" dirty="0">
              <a:solidFill>
                <a:srgbClr val="889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0" name="t047"/>
          <p:cNvSpPr txBox="1"/>
          <p:nvPr/>
        </p:nvSpPr>
        <p:spPr>
          <a:xfrm>
            <a:off x="977788" y="4943475"/>
            <a:ext cx="1744265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3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测试维护与交付提示</a:t>
            </a:r>
            <a:endParaRPr lang="zh-CN" sz="13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1" name="t048"/>
          <p:cNvSpPr txBox="1"/>
          <p:nvPr/>
        </p:nvSpPr>
        <p:spPr>
          <a:xfrm>
            <a:off x="1092136" y="5302377"/>
            <a:ext cx="1000125" cy="208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测试与维护工具</a:t>
            </a:r>
            <a:endParaRPr lang="zh-CN" sz="900" b="1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2" name="t049"/>
          <p:cNvSpPr txBox="1"/>
          <p:nvPr/>
        </p:nvSpPr>
        <p:spPr>
          <a:xfrm>
            <a:off x="4813554" y="5334095"/>
            <a:ext cx="1035843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/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许可证提示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3" name="t050"/>
          <p:cNvSpPr txBox="1"/>
          <p:nvPr/>
        </p:nvSpPr>
        <p:spPr>
          <a:xfrm>
            <a:off x="7793497" y="5318807"/>
            <a:ext cx="779859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交付形态说明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4" name="t051"/>
          <p:cNvSpPr txBox="1"/>
          <p:nvPr/>
        </p:nvSpPr>
        <p:spPr>
          <a:xfrm>
            <a:off x="10133171" y="5336238"/>
            <a:ext cx="589359" cy="1964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1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注意事项</a:t>
            </a:r>
            <a:endParaRPr lang="zh-CN" sz="900" b="1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5" name="t052"/>
          <p:cNvSpPr txBox="1"/>
          <p:nvPr/>
        </p:nvSpPr>
        <p:spPr>
          <a:xfrm>
            <a:off x="4792265" y="5580221"/>
            <a:ext cx="1690687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遵循MIT许可证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，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保留版权与声明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6" name="t054"/>
          <p:cNvSpPr txBox="1"/>
          <p:nvPr/>
        </p:nvSpPr>
        <p:spPr>
          <a:xfrm>
            <a:off x="9923430" y="5594342"/>
            <a:ext cx="1500187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生产环境请先验证配置与模型</a:t>
            </a:r>
            <a:endParaRPr lang="zh-CN" sz="800" b="0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7" name="t053"/>
          <p:cNvSpPr txBox="1"/>
          <p:nvPr/>
        </p:nvSpPr>
        <p:spPr>
          <a:xfrm>
            <a:off x="7619999" y="5610606"/>
            <a:ext cx="1500187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源代码交付：代码仓库与文档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8" name="t055"/>
          <p:cNvSpPr txBox="1"/>
          <p:nvPr/>
        </p:nvSpPr>
        <p:spPr>
          <a:xfrm>
            <a:off x="4796123" y="5716238"/>
            <a:ext cx="172640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模型与第三方库请遵守各自许可证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29" name="t056"/>
          <p:cNvSpPr txBox="1"/>
          <p:nvPr/>
        </p:nvSpPr>
        <p:spPr>
          <a:xfrm>
            <a:off x="9923430" y="5738764"/>
            <a:ext cx="1613296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控制并发与重试，避免资源耗尽</a:t>
            </a:r>
            <a:endParaRPr lang="zh-CN" sz="800" b="0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0" name="t063"/>
          <p:cNvSpPr txBox="1"/>
          <p:nvPr/>
        </p:nvSpPr>
        <p:spPr>
          <a:xfrm>
            <a:off x="7631334" y="5814107"/>
            <a:ext cx="195262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容器化交付：Docker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镜像与 Compose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1" name="t057"/>
          <p:cNvSpPr txBox="1"/>
          <p:nvPr/>
        </p:nvSpPr>
        <p:spPr>
          <a:xfrm>
            <a:off x="1014983" y="5841206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单元测试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2" name="t058"/>
          <p:cNvSpPr txBox="1"/>
          <p:nvPr/>
        </p:nvSpPr>
        <p:spPr>
          <a:xfrm>
            <a:off x="1706356" y="5841206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集成测试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3" name="t059"/>
          <p:cNvSpPr txBox="1"/>
          <p:nvPr/>
        </p:nvSpPr>
        <p:spPr>
          <a:xfrm>
            <a:off x="2311431" y="5841206"/>
            <a:ext cx="529828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性能测试</a:t>
            </a:r>
            <a:endParaRPr lang="zh-CN" sz="800" b="0" i="0" spc="-160" noProof="1" dirty="0">
              <a:solidFill>
                <a:srgbClr val="054798"/>
              </a:solidFill>
              <a:latin typeface="Noto Sans CJK SC"/>
              <a:ea typeface="Noto Sans CJK SC"/>
              <a:cs typeface="Noto Sans CJK SC"/>
              <a:sym typeface="Noto Sans CJK SC"/>
            </a:endParaRPr>
          </a:p>
        </p:txBody>
      </p:sp>
      <p:sp>
        <p:nvSpPr>
          <p:cNvPr id="134" name="t060"/>
          <p:cNvSpPr txBox="1"/>
          <p:nvPr/>
        </p:nvSpPr>
        <p:spPr>
          <a:xfrm>
            <a:off x="2977086" y="5829300"/>
            <a:ext cx="494109" cy="172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健康检查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5" name="t061"/>
          <p:cNvSpPr txBox="1"/>
          <p:nvPr/>
        </p:nvSpPr>
        <p:spPr>
          <a:xfrm>
            <a:off x="3624452" y="5841206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日志监控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6" name="t062"/>
          <p:cNvSpPr txBox="1"/>
          <p:nvPr/>
        </p:nvSpPr>
        <p:spPr>
          <a:xfrm>
            <a:off x="4792265" y="5864161"/>
            <a:ext cx="18395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版本追踪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：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使用Git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管理变更与发布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7" name="t064"/>
          <p:cNvSpPr txBox="1"/>
          <p:nvPr/>
        </p:nvSpPr>
        <p:spPr>
          <a:xfrm>
            <a:off x="9923430" y="5871067"/>
            <a:ext cx="127992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妥善保管密钥与访问凭证</a:t>
            </a:r>
            <a:endParaRPr lang="zh-CN" sz="800" b="0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8" name="t066"/>
          <p:cNvSpPr txBox="1"/>
          <p:nvPr/>
        </p:nvSpPr>
        <p:spPr>
          <a:xfrm>
            <a:off x="1715071" y="5983604"/>
            <a:ext cx="50006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API 校验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39" name="t067"/>
          <p:cNvSpPr txBox="1"/>
          <p:nvPr/>
        </p:nvSpPr>
        <p:spPr>
          <a:xfrm>
            <a:off x="2311431" y="5983604"/>
            <a:ext cx="494109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并发压测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40" name="t068"/>
          <p:cNvSpPr txBox="1"/>
          <p:nvPr/>
        </p:nvSpPr>
        <p:spPr>
          <a:xfrm>
            <a:off x="3011947" y="5983604"/>
            <a:ext cx="535781" cy="136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35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/healthz</a:t>
            </a:r>
            <a:endParaRPr lang="zh-CN" sz="800" b="0" i="0" spc="-135" noProof="1" dirty="0">
              <a:solidFill>
                <a:srgbClr val="05479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t065"/>
          <p:cNvSpPr txBox="1"/>
          <p:nvPr/>
        </p:nvSpPr>
        <p:spPr>
          <a:xfrm>
            <a:off x="1083849" y="5988700"/>
            <a:ext cx="42267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pytest</a:t>
            </a:r>
            <a:endParaRPr lang="zh-CN" sz="800" b="0" i="0" noProof="1" dirty="0">
              <a:solidFill>
                <a:srgbClr val="05479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t069"/>
          <p:cNvSpPr txBox="1"/>
          <p:nvPr/>
        </p:nvSpPr>
        <p:spPr>
          <a:xfrm>
            <a:off x="3608308" y="5975270"/>
            <a:ext cx="607218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spc="-16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运行与告警</a:t>
            </a:r>
            <a:endParaRPr lang="zh-CN" sz="800" b="0" i="0" spc="-16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43" name="t070"/>
          <p:cNvSpPr txBox="1"/>
          <p:nvPr/>
        </p:nvSpPr>
        <p:spPr>
          <a:xfrm>
            <a:off x="4790170" y="6015275"/>
            <a:ext cx="125015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建议语义化版本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：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vX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.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Y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.</a:t>
            </a: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Z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44" name="t071"/>
          <p:cNvSpPr txBox="1"/>
          <p:nvPr/>
        </p:nvSpPr>
        <p:spPr>
          <a:xfrm>
            <a:off x="7628143" y="6002940"/>
            <a:ext cx="1726406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部署包交付：可直接部署的运行包</a:t>
            </a:r>
            <a:endParaRPr lang="zh-CN" sz="8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45" name="t072"/>
          <p:cNvSpPr txBox="1"/>
          <p:nvPr/>
        </p:nvSpPr>
        <p:spPr>
          <a:xfrm>
            <a:off x="9923430" y="6002940"/>
            <a:ext cx="1387078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800" b="0" i="0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遵守许可证与模型使用规范</a:t>
            </a:r>
            <a:endParaRPr lang="zh-CN" sz="800" b="0" i="0" noProof="1" dirty="0">
              <a:solidFill>
                <a:srgbClr val="D43E3E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  <p:sp>
        <p:nvSpPr>
          <p:cNvPr id="146" name="t073"/>
          <p:cNvSpPr txBox="1"/>
          <p:nvPr/>
        </p:nvSpPr>
        <p:spPr>
          <a:xfrm>
            <a:off x="3801284" y="6453520"/>
            <a:ext cx="4756546" cy="208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900" b="0" i="0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支持持续测试、故障诊断、版本追踪，确保从开发到运维的稳定可控与可追溯</a:t>
            </a:r>
            <a:endParaRPr lang="zh-CN" sz="900" b="0" i="0" noProof="1" dirty="0">
              <a:solidFill>
                <a:srgbClr val="054798"/>
              </a:solidFill>
              <a:latin typeface="Alibaba PuHuiTi"/>
              <a:ea typeface="Alibaba PuHuiTi"/>
              <a:cs typeface="Alibaba PuHuiTi"/>
              <a:sym typeface="Alibaba PuHuiT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2880</Words>
  <Application>WPS 演示</Application>
  <PresentationFormat>On-screen Show (4:3)</PresentationFormat>
  <Paragraphs>618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4" baseType="lpstr">
      <vt:lpstr>Arial</vt:lpstr>
      <vt:lpstr>宋体</vt:lpstr>
      <vt:lpstr>Wingdings</vt:lpstr>
      <vt:lpstr>Arial</vt:lpstr>
      <vt:lpstr>Alibaba PuHuiTi</vt:lpstr>
      <vt:lpstr>FFont-Family</vt:lpstr>
      <vt:lpstr>微软雅黑</vt:lpstr>
      <vt:lpstr>Noto Sans CJK SC</vt:lpstr>
      <vt:lpstr>STHeiti</vt:lpstr>
      <vt:lpstr>Helvetica</vt:lpstr>
      <vt:lpstr>Noto Sans</vt:lpstr>
      <vt:lpstr>KSOF7FC4CF2A</vt:lpstr>
      <vt:lpstr>Arial Unicode MS</vt:lpstr>
      <vt:lpstr>Calibri</vt:lpstr>
      <vt:lpstr>Hiragino Sans GB</vt:lpstr>
      <vt:lpstr>Calibri</vt:lpstr>
      <vt:lpstr>Consolas</vt:lpstr>
      <vt:lpstr>Corbel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zltdi</cp:lastModifiedBy>
  <cp:revision>2</cp:revision>
  <dcterms:created xsi:type="dcterms:W3CDTF">2013-01-27T09:14:00Z</dcterms:created>
  <dcterms:modified xsi:type="dcterms:W3CDTF">2026-06-13T08:08:07Z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36F8D63F407E408DBA6B8430699F70ED_12</vt:lpwstr>
  </property>
  <property fmtid="{D5CDD505-2E9C-101B-9397-08002B2CF9AE}" pid="3" name="KSOProductBuildVer">
    <vt:lpwstr>2052-12.1.0.26884</vt:lpwstr>
  </property>
</Properties>
</file>